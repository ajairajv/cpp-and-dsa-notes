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2" r:id="rId1"/>
  </p:sldMasterIdLst>
  <p:notesMasterIdLst>
    <p:notesMasterId r:id="rId40"/>
  </p:notesMasterIdLst>
  <p:sldIdLst>
    <p:sldId id="256" r:id="rId2"/>
    <p:sldId id="304" r:id="rId3"/>
    <p:sldId id="259" r:id="rId4"/>
    <p:sldId id="331" r:id="rId5"/>
    <p:sldId id="330" r:id="rId6"/>
    <p:sldId id="333" r:id="rId7"/>
    <p:sldId id="284" r:id="rId8"/>
    <p:sldId id="267" r:id="rId9"/>
    <p:sldId id="268" r:id="rId10"/>
    <p:sldId id="269" r:id="rId11"/>
    <p:sldId id="283" r:id="rId12"/>
    <p:sldId id="265" r:id="rId13"/>
    <p:sldId id="3860" r:id="rId14"/>
    <p:sldId id="968" r:id="rId15"/>
    <p:sldId id="925" r:id="rId16"/>
    <p:sldId id="956" r:id="rId17"/>
    <p:sldId id="959" r:id="rId18"/>
    <p:sldId id="3856" r:id="rId19"/>
    <p:sldId id="3857" r:id="rId20"/>
    <p:sldId id="3859" r:id="rId21"/>
    <p:sldId id="351" r:id="rId22"/>
    <p:sldId id="496" r:id="rId23"/>
    <p:sldId id="3949" r:id="rId24"/>
    <p:sldId id="3950" r:id="rId25"/>
    <p:sldId id="3951" r:id="rId26"/>
    <p:sldId id="3967" r:id="rId27"/>
    <p:sldId id="3914" r:id="rId28"/>
    <p:sldId id="3934" r:id="rId29"/>
    <p:sldId id="3915" r:id="rId30"/>
    <p:sldId id="3917" r:id="rId31"/>
    <p:sldId id="3973" r:id="rId32"/>
    <p:sldId id="291" r:id="rId33"/>
    <p:sldId id="3935" r:id="rId34"/>
    <p:sldId id="3970" r:id="rId35"/>
    <p:sldId id="3919" r:id="rId36"/>
    <p:sldId id="3968" r:id="rId37"/>
    <p:sldId id="4040" r:id="rId38"/>
    <p:sldId id="272" r:id="rId39"/>
  </p:sldIdLst>
  <p:sldSz cx="9144000" cy="6858000" type="screen4x3"/>
  <p:notesSz cx="6858000" cy="9144000"/>
  <p:embeddedFontLst>
    <p:embeddedFont>
      <p:font typeface="Bahnschrift" panose="020B0502040204020203" pitchFamily="34" charset="0"/>
      <p:regular r:id="rId41"/>
      <p:bold r:id="rId42"/>
    </p:embeddedFont>
    <p:embeddedFont>
      <p:font typeface="Bahnschrift SemiBold" panose="020B0502040204020203" pitchFamily="34" charset="0"/>
      <p:regular r:id="rId43"/>
      <p:bold r:id="rId44"/>
    </p:embeddedFont>
    <p:embeddedFont>
      <p:font typeface="Bahnschrift SemiCondensed" panose="020B0502040204020203" pitchFamily="34" charset="0"/>
      <p:regular r:id="rId45"/>
      <p:bold r:id="rId46"/>
    </p:embeddedFont>
    <p:embeddedFont>
      <p:font typeface="Cambria" panose="02040503050406030204" pitchFamily="18" charset="0"/>
      <p:regular r:id="rId47"/>
      <p:bold r:id="rId48"/>
      <p:italic r:id="rId49"/>
      <p:boldItalic r:id="rId50"/>
    </p:embeddedFont>
    <p:embeddedFont>
      <p:font typeface="Tahoma" panose="020B0604030504040204" pitchFamily="34" charset="0"/>
      <p:regular r:id="rId51"/>
      <p:bold r:id="rId52"/>
    </p:embeddedFont>
  </p:embeddedFontLst>
  <p:defaultTextStyle>
    <a:defPPr>
      <a:defRPr lang="en-IN"/>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2" roundtripDataSignature="AMtx7mh5Sc8J9P+Fu5hlhSkznyg962Ks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6" autoAdjust="0"/>
    <p:restoredTop sz="94658"/>
  </p:normalViewPr>
  <p:slideViewPr>
    <p:cSldViewPr snapToGrid="0">
      <p:cViewPr varScale="1">
        <p:scale>
          <a:sx n="70" d="100"/>
          <a:sy n="70" d="100"/>
        </p:scale>
        <p:origin x="1168"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66"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font" Target="fonts/font1.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 Id="rId6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esh Sharma" userId="d5c57fed1eeb53b0" providerId="LiveId" clId="{587E9A17-0D64-41EB-85A4-CB6ABFB9716D}"/>
    <pc:docChg chg="undo custSel addSld delSld modSld sldOrd">
      <pc:chgData name="Mukesh Sharma" userId="d5c57fed1eeb53b0" providerId="LiveId" clId="{587E9A17-0D64-41EB-85A4-CB6ABFB9716D}" dt="2025-08-09T10:03:12.583" v="213" actId="6549"/>
      <pc:docMkLst>
        <pc:docMk/>
      </pc:docMkLst>
      <pc:sldChg chg="modSp">
        <pc:chgData name="Mukesh Sharma" userId="d5c57fed1eeb53b0" providerId="LiveId" clId="{587E9A17-0D64-41EB-85A4-CB6ABFB9716D}" dt="2025-08-09T09:55:42.457" v="148" actId="1076"/>
        <pc:sldMkLst>
          <pc:docMk/>
          <pc:sldMk cId="0" sldId="263"/>
        </pc:sldMkLst>
        <pc:spChg chg="mod">
          <ac:chgData name="Mukesh Sharma" userId="d5c57fed1eeb53b0" providerId="LiveId" clId="{587E9A17-0D64-41EB-85A4-CB6ABFB9716D}" dt="2025-08-09T09:55:42.457" v="148" actId="1076"/>
          <ac:spMkLst>
            <pc:docMk/>
            <pc:sldMk cId="0" sldId="263"/>
            <ac:spMk id="77" creationId="{00000000-0000-0000-0000-000000000000}"/>
          </ac:spMkLst>
        </pc:spChg>
      </pc:sldChg>
      <pc:sldChg chg="delSp modSp add mod">
        <pc:chgData name="Mukesh Sharma" userId="d5c57fed1eeb53b0" providerId="LiveId" clId="{587E9A17-0D64-41EB-85A4-CB6ABFB9716D}" dt="2025-08-09T09:58:54.849" v="177" actId="20577"/>
        <pc:sldMkLst>
          <pc:docMk/>
          <pc:sldMk cId="0" sldId="328"/>
        </pc:sldMkLst>
        <pc:spChg chg="mod">
          <ac:chgData name="Mukesh Sharma" userId="d5c57fed1eeb53b0" providerId="LiveId" clId="{587E9A17-0D64-41EB-85A4-CB6ABFB9716D}" dt="2025-08-09T09:58:51.497" v="164" actId="113"/>
          <ac:spMkLst>
            <pc:docMk/>
            <pc:sldMk cId="0" sldId="328"/>
            <ac:spMk id="30722" creationId="{8044BF93-1F93-03D8-B6CC-E454F9B8F89F}"/>
          </ac:spMkLst>
        </pc:spChg>
        <pc:spChg chg="mod">
          <ac:chgData name="Mukesh Sharma" userId="d5c57fed1eeb53b0" providerId="LiveId" clId="{587E9A17-0D64-41EB-85A4-CB6ABFB9716D}" dt="2025-08-09T09:58:54.849" v="177" actId="20577"/>
          <ac:spMkLst>
            <pc:docMk/>
            <pc:sldMk cId="0" sldId="328"/>
            <ac:spMk id="30723" creationId="{DCFE770D-BA18-9DE3-80DC-ABB61ECB6441}"/>
          </ac:spMkLst>
        </pc:spChg>
        <pc:cxnChg chg="del">
          <ac:chgData name="Mukesh Sharma" userId="d5c57fed1eeb53b0" providerId="LiveId" clId="{587E9A17-0D64-41EB-85A4-CB6ABFB9716D}" dt="2025-08-09T09:58:22.673" v="156" actId="478"/>
          <ac:cxnSpMkLst>
            <pc:docMk/>
            <pc:sldMk cId="0" sldId="328"/>
            <ac:cxnSpMk id="4" creationId="{821A44F6-A318-F726-2243-DE35E72F5FD1}"/>
          </ac:cxnSpMkLst>
        </pc:cxnChg>
      </pc:sldChg>
      <pc:sldChg chg="modSp">
        <pc:chgData name="Mukesh Sharma" userId="d5c57fed1eeb53b0" providerId="LiveId" clId="{587E9A17-0D64-41EB-85A4-CB6ABFB9716D}" dt="2025-08-09T09:55:35.152" v="147" actId="1076"/>
        <pc:sldMkLst>
          <pc:docMk/>
          <pc:sldMk cId="2066728760" sldId="343"/>
        </pc:sldMkLst>
        <pc:spChg chg="mod">
          <ac:chgData name="Mukesh Sharma" userId="d5c57fed1eeb53b0" providerId="LiveId" clId="{587E9A17-0D64-41EB-85A4-CB6ABFB9716D}" dt="2025-08-09T09:55:35.152" v="147" actId="1076"/>
          <ac:spMkLst>
            <pc:docMk/>
            <pc:sldMk cId="2066728760" sldId="343"/>
            <ac:spMk id="77" creationId="{12B233E6-B33B-1C6F-115D-71B2F7A05DF8}"/>
          </ac:spMkLst>
        </pc:spChg>
      </pc:sldChg>
      <pc:sldChg chg="modSp mod">
        <pc:chgData name="Mukesh Sharma" userId="d5c57fed1eeb53b0" providerId="LiveId" clId="{587E9A17-0D64-41EB-85A4-CB6ABFB9716D}" dt="2025-08-09T09:59:53.915" v="179" actId="207"/>
        <pc:sldMkLst>
          <pc:docMk/>
          <pc:sldMk cId="0" sldId="347"/>
        </pc:sldMkLst>
        <pc:graphicFrameChg chg="modGraphic">
          <ac:chgData name="Mukesh Sharma" userId="d5c57fed1eeb53b0" providerId="LiveId" clId="{587E9A17-0D64-41EB-85A4-CB6ABFB9716D}" dt="2025-08-09T09:59:53.915" v="179" actId="207"/>
          <ac:graphicFrameMkLst>
            <pc:docMk/>
            <pc:sldMk cId="0" sldId="347"/>
            <ac:graphicFrameMk id="2" creationId="{91A8A3F4-3F40-39C5-4387-4036F7A75580}"/>
          </ac:graphicFrameMkLst>
        </pc:graphicFrameChg>
      </pc:sldChg>
      <pc:sldChg chg="modSp mod">
        <pc:chgData name="Mukesh Sharma" userId="d5c57fed1eeb53b0" providerId="LiveId" clId="{587E9A17-0D64-41EB-85A4-CB6ABFB9716D}" dt="2025-08-09T09:56:16.918" v="151" actId="113"/>
        <pc:sldMkLst>
          <pc:docMk/>
          <pc:sldMk cId="0" sldId="351"/>
        </pc:sldMkLst>
        <pc:spChg chg="mod">
          <ac:chgData name="Mukesh Sharma" userId="d5c57fed1eeb53b0" providerId="LiveId" clId="{587E9A17-0D64-41EB-85A4-CB6ABFB9716D}" dt="2025-08-09T09:56:16.918" v="151" actId="113"/>
          <ac:spMkLst>
            <pc:docMk/>
            <pc:sldMk cId="0" sldId="351"/>
            <ac:spMk id="2" creationId="{D68F643F-6F68-15F0-46B4-BA121AF38388}"/>
          </ac:spMkLst>
        </pc:spChg>
        <pc:spChg chg="mod">
          <ac:chgData name="Mukesh Sharma" userId="d5c57fed1eeb53b0" providerId="LiveId" clId="{587E9A17-0D64-41EB-85A4-CB6ABFB9716D}" dt="2025-08-09T09:56:14.256" v="150" actId="1076"/>
          <ac:spMkLst>
            <pc:docMk/>
            <pc:sldMk cId="0" sldId="351"/>
            <ac:spMk id="36866" creationId="{DEAC07D9-631C-DE24-7BD6-F796E4672307}"/>
          </ac:spMkLst>
        </pc:spChg>
      </pc:sldChg>
      <pc:sldChg chg="modSp">
        <pc:chgData name="Mukesh Sharma" userId="d5c57fed1eeb53b0" providerId="LiveId" clId="{587E9A17-0D64-41EB-85A4-CB6ABFB9716D}" dt="2025-08-09T09:57:00.248" v="152" actId="1076"/>
        <pc:sldMkLst>
          <pc:docMk/>
          <pc:sldMk cId="0" sldId="968"/>
        </pc:sldMkLst>
        <pc:spChg chg="mod">
          <ac:chgData name="Mukesh Sharma" userId="d5c57fed1eeb53b0" providerId="LiveId" clId="{587E9A17-0D64-41EB-85A4-CB6ABFB9716D}" dt="2025-08-09T09:57:00.248" v="152" actId="1076"/>
          <ac:spMkLst>
            <pc:docMk/>
            <pc:sldMk cId="0" sldId="968"/>
            <ac:spMk id="3" creationId="{F87B951D-CBDA-0C5A-E2C3-6EC5B7E04ED6}"/>
          </ac:spMkLst>
        </pc:spChg>
      </pc:sldChg>
      <pc:sldChg chg="modSp mod">
        <pc:chgData name="Mukesh Sharma" userId="d5c57fed1eeb53b0" providerId="LiveId" clId="{587E9A17-0D64-41EB-85A4-CB6ABFB9716D}" dt="2025-08-09T09:27:07.330" v="28"/>
        <pc:sldMkLst>
          <pc:docMk/>
          <pc:sldMk cId="0" sldId="3851"/>
        </pc:sldMkLst>
        <pc:spChg chg="mod">
          <ac:chgData name="Mukesh Sharma" userId="d5c57fed1eeb53b0" providerId="LiveId" clId="{587E9A17-0D64-41EB-85A4-CB6ABFB9716D}" dt="2025-08-09T09:27:07.330" v="28"/>
          <ac:spMkLst>
            <pc:docMk/>
            <pc:sldMk cId="0" sldId="3851"/>
            <ac:spMk id="14338" creationId="{2FC586FC-3EFE-A207-6364-6180CE873AC7}"/>
          </ac:spMkLst>
        </pc:spChg>
      </pc:sldChg>
      <pc:sldChg chg="modSp mod">
        <pc:chgData name="Mukesh Sharma" userId="d5c57fed1eeb53b0" providerId="LiveId" clId="{587E9A17-0D64-41EB-85A4-CB6ABFB9716D}" dt="2025-08-09T09:24:52.163" v="23"/>
        <pc:sldMkLst>
          <pc:docMk/>
          <pc:sldMk cId="0" sldId="3852"/>
        </pc:sldMkLst>
        <pc:spChg chg="mod">
          <ac:chgData name="Mukesh Sharma" userId="d5c57fed1eeb53b0" providerId="LiveId" clId="{587E9A17-0D64-41EB-85A4-CB6ABFB9716D}" dt="2025-08-09T09:24:52.163" v="23"/>
          <ac:spMkLst>
            <pc:docMk/>
            <pc:sldMk cId="0" sldId="3852"/>
            <ac:spMk id="15362" creationId="{76F40002-58C2-3B02-9283-FE1B309E1C92}"/>
          </ac:spMkLst>
        </pc:spChg>
      </pc:sldChg>
      <pc:sldChg chg="addSp modSp mod">
        <pc:chgData name="Mukesh Sharma" userId="d5c57fed1eeb53b0" providerId="LiveId" clId="{587E9A17-0D64-41EB-85A4-CB6ABFB9716D}" dt="2025-08-09T10:02:45.299" v="191" actId="20577"/>
        <pc:sldMkLst>
          <pc:docMk/>
          <pc:sldMk cId="841192124" sldId="3854"/>
        </pc:sldMkLst>
        <pc:spChg chg="add mod">
          <ac:chgData name="Mukesh Sharma" userId="d5c57fed1eeb53b0" providerId="LiveId" clId="{587E9A17-0D64-41EB-85A4-CB6ABFB9716D}" dt="2025-08-09T10:02:45.299" v="191" actId="20577"/>
          <ac:spMkLst>
            <pc:docMk/>
            <pc:sldMk cId="841192124" sldId="3854"/>
            <ac:spMk id="4" creationId="{33EC149A-5C8E-55F1-946C-D836BC59C388}"/>
          </ac:spMkLst>
        </pc:spChg>
      </pc:sldChg>
      <pc:sldChg chg="modSp mod">
        <pc:chgData name="Mukesh Sharma" userId="d5c57fed1eeb53b0" providerId="LiveId" clId="{587E9A17-0D64-41EB-85A4-CB6ABFB9716D}" dt="2025-08-09T10:03:12.583" v="213" actId="6549"/>
        <pc:sldMkLst>
          <pc:docMk/>
          <pc:sldMk cId="2916900208" sldId="3855"/>
        </pc:sldMkLst>
        <pc:spChg chg="mod">
          <ac:chgData name="Mukesh Sharma" userId="d5c57fed1eeb53b0" providerId="LiveId" clId="{587E9A17-0D64-41EB-85A4-CB6ABFB9716D}" dt="2025-08-09T10:03:12.583" v="213" actId="6549"/>
          <ac:spMkLst>
            <pc:docMk/>
            <pc:sldMk cId="2916900208" sldId="3855"/>
            <ac:spMk id="3" creationId="{14598114-BF46-5927-9DD5-243C06C43540}"/>
          </ac:spMkLst>
        </pc:spChg>
      </pc:sldChg>
      <pc:sldChg chg="addSp delSp modSp new mod">
        <pc:chgData name="Mukesh Sharma" userId="d5c57fed1eeb53b0" providerId="LiveId" clId="{587E9A17-0D64-41EB-85A4-CB6ABFB9716D}" dt="2025-08-09T09:48:56.843" v="96"/>
        <pc:sldMkLst>
          <pc:docMk/>
          <pc:sldMk cId="1085108419" sldId="3856"/>
        </pc:sldMkLst>
        <pc:spChg chg="mod">
          <ac:chgData name="Mukesh Sharma" userId="d5c57fed1eeb53b0" providerId="LiveId" clId="{587E9A17-0D64-41EB-85A4-CB6ABFB9716D}" dt="2025-08-09T09:40:59.739" v="57" actId="1076"/>
          <ac:spMkLst>
            <pc:docMk/>
            <pc:sldMk cId="1085108419" sldId="3856"/>
            <ac:spMk id="2" creationId="{025D1685-442A-CE8A-3045-FBDC891A5D6C}"/>
          </ac:spMkLst>
        </pc:spChg>
        <pc:spChg chg="del">
          <ac:chgData name="Mukesh Sharma" userId="d5c57fed1eeb53b0" providerId="LiveId" clId="{587E9A17-0D64-41EB-85A4-CB6ABFB9716D}" dt="2025-08-09T09:41:42.796" v="65" actId="478"/>
          <ac:spMkLst>
            <pc:docMk/>
            <pc:sldMk cId="1085108419" sldId="3856"/>
            <ac:spMk id="3" creationId="{CBE83B73-D34F-3CD4-5F0F-37C98234DCEC}"/>
          </ac:spMkLst>
        </pc:spChg>
        <pc:graphicFrameChg chg="add mod modGraphic">
          <ac:chgData name="Mukesh Sharma" userId="d5c57fed1eeb53b0" providerId="LiveId" clId="{587E9A17-0D64-41EB-85A4-CB6ABFB9716D}" dt="2025-08-09T09:48:56.843" v="96"/>
          <ac:graphicFrameMkLst>
            <pc:docMk/>
            <pc:sldMk cId="1085108419" sldId="3856"/>
            <ac:graphicFrameMk id="4" creationId="{6E8C7102-8EBA-85C0-330F-FB12412FBF58}"/>
          </ac:graphicFrameMkLst>
        </pc:graphicFrameChg>
      </pc:sldChg>
      <pc:sldChg chg="addSp delSp modSp new mod">
        <pc:chgData name="Mukesh Sharma" userId="d5c57fed1eeb53b0" providerId="LiveId" clId="{587E9A17-0D64-41EB-85A4-CB6ABFB9716D}" dt="2025-08-09T09:50:50.611" v="129"/>
        <pc:sldMkLst>
          <pc:docMk/>
          <pc:sldMk cId="1552885407" sldId="3857"/>
        </pc:sldMkLst>
        <pc:spChg chg="del">
          <ac:chgData name="Mukesh Sharma" userId="d5c57fed1eeb53b0" providerId="LiveId" clId="{587E9A17-0D64-41EB-85A4-CB6ABFB9716D}" dt="2025-08-09T09:41:21.478" v="59"/>
          <ac:spMkLst>
            <pc:docMk/>
            <pc:sldMk cId="1552885407" sldId="3857"/>
            <ac:spMk id="2" creationId="{2CFB8C4F-7937-AF4E-F07A-C64D1CBB4577}"/>
          </ac:spMkLst>
        </pc:spChg>
        <pc:spChg chg="del mod">
          <ac:chgData name="Mukesh Sharma" userId="d5c57fed1eeb53b0" providerId="LiveId" clId="{587E9A17-0D64-41EB-85A4-CB6ABFB9716D}" dt="2025-08-09T09:47:34.248" v="70" actId="478"/>
          <ac:spMkLst>
            <pc:docMk/>
            <pc:sldMk cId="1552885407" sldId="3857"/>
            <ac:spMk id="3" creationId="{605FB209-3E2A-BA7E-ADEC-D2E404DBE039}"/>
          </ac:spMkLst>
        </pc:spChg>
        <pc:spChg chg="add mod">
          <ac:chgData name="Mukesh Sharma" userId="d5c57fed1eeb53b0" providerId="LiveId" clId="{587E9A17-0D64-41EB-85A4-CB6ABFB9716D}" dt="2025-08-09T09:41:31.257" v="62" actId="1076"/>
          <ac:spMkLst>
            <pc:docMk/>
            <pc:sldMk cId="1552885407" sldId="3857"/>
            <ac:spMk id="4" creationId="{7AEF99D6-3389-79BA-683B-1BB58300BF37}"/>
          </ac:spMkLst>
        </pc:spChg>
        <pc:graphicFrameChg chg="add mod modGraphic">
          <ac:chgData name="Mukesh Sharma" userId="d5c57fed1eeb53b0" providerId="LiveId" clId="{587E9A17-0D64-41EB-85A4-CB6ABFB9716D}" dt="2025-08-09T09:50:50.611" v="129"/>
          <ac:graphicFrameMkLst>
            <pc:docMk/>
            <pc:sldMk cId="1552885407" sldId="3857"/>
            <ac:graphicFrameMk id="5" creationId="{895DF76E-E613-FE0D-7EE3-C57DA0FE51B7}"/>
          </ac:graphicFrameMkLst>
        </pc:graphicFrameChg>
      </pc:sldChg>
      <pc:sldChg chg="new del">
        <pc:chgData name="Mukesh Sharma" userId="d5c57fed1eeb53b0" providerId="LiveId" clId="{587E9A17-0D64-41EB-85A4-CB6ABFB9716D}" dt="2025-08-09T09:49:31.174" v="106" actId="47"/>
        <pc:sldMkLst>
          <pc:docMk/>
          <pc:sldMk cId="159630376" sldId="3858"/>
        </pc:sldMkLst>
      </pc:sldChg>
      <pc:sldChg chg="addSp delSp modSp add mod">
        <pc:chgData name="Mukesh Sharma" userId="d5c57fed1eeb53b0" providerId="LiveId" clId="{587E9A17-0D64-41EB-85A4-CB6ABFB9716D}" dt="2025-08-09T09:50:59.445" v="131" actId="108"/>
        <pc:sldMkLst>
          <pc:docMk/>
          <pc:sldMk cId="4172612115" sldId="3859"/>
        </pc:sldMkLst>
        <pc:graphicFrameChg chg="add mod modGraphic">
          <ac:chgData name="Mukesh Sharma" userId="d5c57fed1eeb53b0" providerId="LiveId" clId="{587E9A17-0D64-41EB-85A4-CB6ABFB9716D}" dt="2025-08-09T09:50:59.445" v="131" actId="108"/>
          <ac:graphicFrameMkLst>
            <pc:docMk/>
            <pc:sldMk cId="4172612115" sldId="3859"/>
            <ac:graphicFrameMk id="2" creationId="{F65AEB82-8B2F-AB9B-42C9-3DB800D0987A}"/>
          </ac:graphicFrameMkLst>
        </pc:graphicFrameChg>
        <pc:graphicFrameChg chg="del">
          <ac:chgData name="Mukesh Sharma" userId="d5c57fed1eeb53b0" providerId="LiveId" clId="{587E9A17-0D64-41EB-85A4-CB6ABFB9716D}" dt="2025-08-09T09:49:36.465" v="107" actId="478"/>
          <ac:graphicFrameMkLst>
            <pc:docMk/>
            <pc:sldMk cId="4172612115" sldId="3859"/>
            <ac:graphicFrameMk id="5" creationId="{CEBDB2C5-525D-AE9F-F661-95426087B09A}"/>
          </ac:graphicFrameMkLst>
        </pc:graphicFrameChg>
      </pc:sldChg>
      <pc:sldChg chg="delSp modSp add mod ord">
        <pc:chgData name="Mukesh Sharma" userId="d5c57fed1eeb53b0" providerId="LiveId" clId="{587E9A17-0D64-41EB-85A4-CB6ABFB9716D}" dt="2025-08-09T09:57:33.913" v="154"/>
        <pc:sldMkLst>
          <pc:docMk/>
          <pc:sldMk cId="0" sldId="3860"/>
        </pc:sldMkLst>
        <pc:spChg chg="mod">
          <ac:chgData name="Mukesh Sharma" userId="d5c57fed1eeb53b0" providerId="LiveId" clId="{587E9A17-0D64-41EB-85A4-CB6ABFB9716D}" dt="2025-08-09T09:52:48.475" v="137" actId="1076"/>
          <ac:spMkLst>
            <pc:docMk/>
            <pc:sldMk cId="0" sldId="3860"/>
            <ac:spMk id="40962" creationId="{859EF9F3-DC10-A2ED-BA6D-C91A6FBF16EF}"/>
          </ac:spMkLst>
        </pc:spChg>
        <pc:spChg chg="mod">
          <ac:chgData name="Mukesh Sharma" userId="d5c57fed1eeb53b0" providerId="LiveId" clId="{587E9A17-0D64-41EB-85A4-CB6ABFB9716D}" dt="2025-08-09T09:55:08.686" v="146" actId="2710"/>
          <ac:spMkLst>
            <pc:docMk/>
            <pc:sldMk cId="0" sldId="3860"/>
            <ac:spMk id="40963" creationId="{BF5EA51B-622D-9BB4-D7C1-59240A135E01}"/>
          </ac:spMkLst>
        </pc:spChg>
        <pc:cxnChg chg="del">
          <ac:chgData name="Mukesh Sharma" userId="d5c57fed1eeb53b0" providerId="LiveId" clId="{587E9A17-0D64-41EB-85A4-CB6ABFB9716D}" dt="2025-08-09T09:52:45.614" v="136" actId="478"/>
          <ac:cxnSpMkLst>
            <pc:docMk/>
            <pc:sldMk cId="0" sldId="3860"/>
            <ac:cxnSpMk id="4" creationId="{7C07624E-054C-6F97-45CF-9C3F3165EB5A}"/>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2">
  <dgm:title val=""/>
  <dgm:desc val=""/>
  <dgm:catLst>
    <dgm:cat type="accent3" pri="11200"/>
  </dgm:catLst>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0FCA4CD-0230-45B7-ADF6-2A8B893C97C4}" type="doc">
      <dgm:prSet loTypeId="urn:microsoft.com/office/officeart/2005/8/layout/default#1" loCatId="list" qsTypeId="urn:microsoft.com/office/officeart/2005/8/quickstyle/simple4#1" qsCatId="simple" csTypeId="urn:microsoft.com/office/officeart/2005/8/colors/accent2_2#2" csCatId="accent2"/>
      <dgm:spPr/>
      <dgm:t>
        <a:bodyPr/>
        <a:lstStyle/>
        <a:p>
          <a:endParaRPr lang="en-US"/>
        </a:p>
      </dgm:t>
    </dgm:pt>
    <dgm:pt modelId="{8B8FB0FB-925E-41F2-9FB7-4AEBD71C2C45}">
      <dgm:prSet phldr="0" custT="0"/>
      <dgm:spPr/>
      <dgm:t>
        <a:bodyPr vert="horz" wrap="square"/>
        <a:lstStyle/>
        <a:p>
          <a:pPr>
            <a:lnSpc>
              <a:spcPct val="100000"/>
            </a:lnSpc>
            <a:spcBef>
              <a:spcPct val="0"/>
            </a:spcBef>
            <a:spcAft>
              <a:spcPct val="35000"/>
            </a:spcAft>
          </a:pPr>
          <a:r>
            <a:rPr lang="en-US">
              <a:latin typeface="Times New Roman" panose="02020603050405020304" pitchFamily="18" charset="0"/>
              <a:cs typeface="Times New Roman" panose="02020603050405020304" pitchFamily="18" charset="0"/>
            </a:rPr>
            <a:t>Course Exemption</a:t>
          </a:r>
        </a:p>
      </dgm:t>
    </dgm:pt>
    <dgm:pt modelId="{058E13C6-D93F-416C-965F-199313EC2648}" type="parTrans" cxnId="{B8A9A22A-5D59-496F-9A53-B19E4C590DBB}">
      <dgm:prSet/>
      <dgm:spPr/>
      <dgm:t>
        <a:bodyPr/>
        <a:lstStyle/>
        <a:p>
          <a:endParaRPr lang="en-US"/>
        </a:p>
      </dgm:t>
    </dgm:pt>
    <dgm:pt modelId="{0CAC8872-8FA1-4B77-BBA2-B3C72EF5329B}" type="sibTrans" cxnId="{B8A9A22A-5D59-496F-9A53-B19E4C590DBB}">
      <dgm:prSet/>
      <dgm:spPr/>
      <dgm:t>
        <a:bodyPr/>
        <a:lstStyle/>
        <a:p>
          <a:endParaRPr lang="en-US"/>
        </a:p>
      </dgm:t>
    </dgm:pt>
    <dgm:pt modelId="{C28CC641-901F-400B-866D-A64E34713CA5}">
      <dgm:prSet phldr="0" custT="0"/>
      <dgm:spPr/>
      <dgm:t>
        <a:bodyPr vert="horz" wrap="square"/>
        <a:lstStyle/>
        <a:p>
          <a:pPr>
            <a:lnSpc>
              <a:spcPct val="100000"/>
            </a:lnSpc>
            <a:spcBef>
              <a:spcPct val="0"/>
            </a:spcBef>
            <a:spcAft>
              <a:spcPct val="35000"/>
            </a:spcAft>
          </a:pPr>
          <a:r>
            <a:rPr lang="en-US">
              <a:latin typeface="Times New Roman" panose="02020603050405020304" pitchFamily="18" charset="0"/>
              <a:cs typeface="Times New Roman" panose="02020603050405020304" pitchFamily="18" charset="0"/>
            </a:rPr>
            <a:t>Grade Upgradation</a:t>
          </a:r>
        </a:p>
      </dgm:t>
    </dgm:pt>
    <dgm:pt modelId="{02F632DB-6252-421B-9B32-9FC40D409B97}" type="parTrans" cxnId="{1F016E89-3134-4C9F-A96B-F835B84392B2}">
      <dgm:prSet/>
      <dgm:spPr/>
      <dgm:t>
        <a:bodyPr/>
        <a:lstStyle/>
        <a:p>
          <a:endParaRPr lang="en-US"/>
        </a:p>
      </dgm:t>
    </dgm:pt>
    <dgm:pt modelId="{F1F1E4AC-BAC4-4E05-BB50-6625E65102FA}" type="sibTrans" cxnId="{1F016E89-3134-4C9F-A96B-F835B84392B2}">
      <dgm:prSet/>
      <dgm:spPr/>
      <dgm:t>
        <a:bodyPr/>
        <a:lstStyle/>
        <a:p>
          <a:endParaRPr lang="en-US"/>
        </a:p>
      </dgm:t>
    </dgm:pt>
    <dgm:pt modelId="{37B5C008-AACF-4ABD-A2B2-22075F618190}">
      <dgm:prSet phldr="0" custT="0"/>
      <dgm:spPr/>
      <dgm:t>
        <a:bodyPr vert="horz" wrap="square"/>
        <a:lstStyle/>
        <a:p>
          <a:pPr>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No Pen-Paper based Evaluation</a:t>
          </a:r>
        </a:p>
      </dgm:t>
    </dgm:pt>
    <dgm:pt modelId="{BB2825E1-D106-4FAC-862C-908D4DDE52BD}" type="parTrans" cxnId="{686B4AFB-650F-43DA-BC93-9BB04138749F}">
      <dgm:prSet/>
      <dgm:spPr/>
      <dgm:t>
        <a:bodyPr/>
        <a:lstStyle/>
        <a:p>
          <a:endParaRPr lang="en-US"/>
        </a:p>
      </dgm:t>
    </dgm:pt>
    <dgm:pt modelId="{E20E38C0-A9BF-40A5-9C60-BC92A1E029C5}" type="sibTrans" cxnId="{686B4AFB-650F-43DA-BC93-9BB04138749F}">
      <dgm:prSet/>
      <dgm:spPr/>
      <dgm:t>
        <a:bodyPr/>
        <a:lstStyle/>
        <a:p>
          <a:endParaRPr lang="en-US"/>
        </a:p>
      </dgm:t>
    </dgm:pt>
    <dgm:pt modelId="{56E10580-B785-4A01-A277-9478BC181640}">
      <dgm:prSet phldr="0" custT="0"/>
      <dgm:spPr/>
      <dgm:t>
        <a:bodyPr vert="horz" wrap="square"/>
        <a:lstStyle/>
        <a:p>
          <a:pPr>
            <a:lnSpc>
              <a:spcPct val="100000"/>
            </a:lnSpc>
            <a:spcBef>
              <a:spcPct val="0"/>
            </a:spcBef>
            <a:spcAft>
              <a:spcPct val="35000"/>
            </a:spcAft>
          </a:pPr>
          <a:r>
            <a:rPr lang="en-US">
              <a:latin typeface="Times New Roman" panose="02020603050405020304" pitchFamily="18" charset="0"/>
              <a:cs typeface="Times New Roman" panose="02020603050405020304" pitchFamily="18" charset="0"/>
            </a:rPr>
            <a:t>Attendance Relaxation </a:t>
          </a:r>
        </a:p>
      </dgm:t>
    </dgm:pt>
    <dgm:pt modelId="{A5072507-4C4E-4D0D-A71D-1C71C6387A7E}" type="parTrans" cxnId="{7D92C2AB-7D29-4670-BA52-E44EDDD8D1B2}">
      <dgm:prSet/>
      <dgm:spPr/>
      <dgm:t>
        <a:bodyPr/>
        <a:lstStyle/>
        <a:p>
          <a:endParaRPr lang="en-US"/>
        </a:p>
      </dgm:t>
    </dgm:pt>
    <dgm:pt modelId="{F7D273F5-1293-41A8-9245-349BCFDDEE36}" type="sibTrans" cxnId="{7D92C2AB-7D29-4670-BA52-E44EDDD8D1B2}">
      <dgm:prSet/>
      <dgm:spPr/>
      <dgm:t>
        <a:bodyPr/>
        <a:lstStyle/>
        <a:p>
          <a:endParaRPr lang="en-US"/>
        </a:p>
      </dgm:t>
    </dgm:pt>
    <dgm:pt modelId="{D6DDCBC6-C381-4DBF-BAFE-575D52F9E46B}">
      <dgm:prSet phldr="0" custT="0"/>
      <dgm:spPr/>
      <dgm:t>
        <a:bodyPr vert="horz" wrap="square"/>
        <a:lstStyle/>
        <a:p>
          <a:pPr>
            <a:lnSpc>
              <a:spcPct val="100000"/>
            </a:lnSpc>
            <a:spcBef>
              <a:spcPct val="0"/>
            </a:spcBef>
            <a:spcAft>
              <a:spcPct val="35000"/>
            </a:spcAft>
          </a:pPr>
          <a:r>
            <a:rPr lang="en-US">
              <a:latin typeface="Times New Roman" panose="02020603050405020304" pitchFamily="18" charset="0"/>
              <a:cs typeface="Times New Roman" panose="02020603050405020304" pitchFamily="18" charset="0"/>
            </a:rPr>
            <a:t>Duty Leaves</a:t>
          </a:r>
        </a:p>
      </dgm:t>
    </dgm:pt>
    <dgm:pt modelId="{39815ED1-B3F9-4FE4-BF34-B3CDE76E9480}" type="parTrans" cxnId="{95D8C8AE-2E5B-4D15-9855-00BE6250889D}">
      <dgm:prSet/>
      <dgm:spPr/>
      <dgm:t>
        <a:bodyPr/>
        <a:lstStyle/>
        <a:p>
          <a:endParaRPr lang="en-US"/>
        </a:p>
      </dgm:t>
    </dgm:pt>
    <dgm:pt modelId="{1E9863C8-E99C-449A-A1B8-F4ABFCED3CBF}" type="sibTrans" cxnId="{95D8C8AE-2E5B-4D15-9855-00BE6250889D}">
      <dgm:prSet/>
      <dgm:spPr/>
      <dgm:t>
        <a:bodyPr/>
        <a:lstStyle/>
        <a:p>
          <a:endParaRPr lang="en-US"/>
        </a:p>
      </dgm:t>
    </dgm:pt>
    <dgm:pt modelId="{8A9DEFBE-D071-4903-875B-701ADB36221D}">
      <dgm:prSet phldr="0" custT="0"/>
      <dgm:spPr/>
      <dgm:t>
        <a:bodyPr vert="horz" wrap="square"/>
        <a:lstStyle/>
        <a:p>
          <a:pPr>
            <a:lnSpc>
              <a:spcPct val="100000"/>
            </a:lnSpc>
            <a:spcBef>
              <a:spcPct val="0"/>
            </a:spcBef>
            <a:spcAft>
              <a:spcPct val="35000"/>
            </a:spcAft>
          </a:pPr>
          <a:r>
            <a:rPr lang="en-US">
              <a:latin typeface="Times New Roman" panose="02020603050405020304" pitchFamily="18" charset="0"/>
              <a:cs typeface="Times New Roman" panose="02020603050405020304" pitchFamily="18" charset="0"/>
            </a:rPr>
            <a:t>Value Addition in Academic Transcript</a:t>
          </a:r>
        </a:p>
      </dgm:t>
    </dgm:pt>
    <dgm:pt modelId="{71D5DA04-CB44-4617-B4DB-092AB995A8D9}" type="parTrans" cxnId="{E22C8ED1-8403-4C61-811E-C75D225D23EA}">
      <dgm:prSet/>
      <dgm:spPr/>
      <dgm:t>
        <a:bodyPr/>
        <a:lstStyle/>
        <a:p>
          <a:endParaRPr lang="en-US"/>
        </a:p>
      </dgm:t>
    </dgm:pt>
    <dgm:pt modelId="{703DAA7B-2AA1-4CCF-90A0-7313D9F62E38}" type="sibTrans" cxnId="{E22C8ED1-8403-4C61-811E-C75D225D23EA}">
      <dgm:prSet/>
      <dgm:spPr/>
      <dgm:t>
        <a:bodyPr/>
        <a:lstStyle/>
        <a:p>
          <a:endParaRPr lang="en-US"/>
        </a:p>
      </dgm:t>
    </dgm:pt>
    <dgm:pt modelId="{83BAD786-6DA2-468C-9E03-0D7A3064FEB7}" type="pres">
      <dgm:prSet presAssocID="{C0FCA4CD-0230-45B7-ADF6-2A8B893C97C4}" presName="diagram" presStyleCnt="0">
        <dgm:presLayoutVars>
          <dgm:dir/>
          <dgm:resizeHandles val="exact"/>
        </dgm:presLayoutVars>
      </dgm:prSet>
      <dgm:spPr/>
    </dgm:pt>
    <dgm:pt modelId="{1161D67C-C7EA-4374-92B6-6D39276306A0}" type="pres">
      <dgm:prSet presAssocID="{8B8FB0FB-925E-41F2-9FB7-4AEBD71C2C45}" presName="node" presStyleLbl="node1" presStyleIdx="0" presStyleCnt="6">
        <dgm:presLayoutVars>
          <dgm:bulletEnabled val="1"/>
        </dgm:presLayoutVars>
      </dgm:prSet>
      <dgm:spPr/>
    </dgm:pt>
    <dgm:pt modelId="{86F587C9-5C96-418B-B260-E1932ED98A28}" type="pres">
      <dgm:prSet presAssocID="{0CAC8872-8FA1-4B77-BBA2-B3C72EF5329B}" presName="sibTrans" presStyleCnt="0"/>
      <dgm:spPr/>
    </dgm:pt>
    <dgm:pt modelId="{24C63C61-0BDB-43C3-92BC-807D50656E7C}" type="pres">
      <dgm:prSet presAssocID="{C28CC641-901F-400B-866D-A64E34713CA5}" presName="node" presStyleLbl="node1" presStyleIdx="1" presStyleCnt="6">
        <dgm:presLayoutVars>
          <dgm:bulletEnabled val="1"/>
        </dgm:presLayoutVars>
      </dgm:prSet>
      <dgm:spPr/>
    </dgm:pt>
    <dgm:pt modelId="{19C29B1B-13E6-441E-AB74-5C3651A14983}" type="pres">
      <dgm:prSet presAssocID="{F1F1E4AC-BAC4-4E05-BB50-6625E65102FA}" presName="sibTrans" presStyleCnt="0"/>
      <dgm:spPr/>
    </dgm:pt>
    <dgm:pt modelId="{FB57CC5D-5DED-45ED-A4E1-C463343EAF4D}" type="pres">
      <dgm:prSet presAssocID="{37B5C008-AACF-4ABD-A2B2-22075F618190}" presName="node" presStyleLbl="node1" presStyleIdx="2" presStyleCnt="6">
        <dgm:presLayoutVars>
          <dgm:bulletEnabled val="1"/>
        </dgm:presLayoutVars>
      </dgm:prSet>
      <dgm:spPr/>
    </dgm:pt>
    <dgm:pt modelId="{AE633E8D-C1A4-49C6-90DF-2EFA6BC13B03}" type="pres">
      <dgm:prSet presAssocID="{E20E38C0-A9BF-40A5-9C60-BC92A1E029C5}" presName="sibTrans" presStyleCnt="0"/>
      <dgm:spPr/>
    </dgm:pt>
    <dgm:pt modelId="{D0C41214-46CA-45D9-A934-70D2028BFC53}" type="pres">
      <dgm:prSet presAssocID="{56E10580-B785-4A01-A277-9478BC181640}" presName="node" presStyleLbl="node1" presStyleIdx="3" presStyleCnt="6">
        <dgm:presLayoutVars>
          <dgm:bulletEnabled val="1"/>
        </dgm:presLayoutVars>
      </dgm:prSet>
      <dgm:spPr/>
    </dgm:pt>
    <dgm:pt modelId="{DF817BAD-DA99-4157-9645-AAAECAC6B376}" type="pres">
      <dgm:prSet presAssocID="{F7D273F5-1293-41A8-9245-349BCFDDEE36}" presName="sibTrans" presStyleCnt="0"/>
      <dgm:spPr/>
    </dgm:pt>
    <dgm:pt modelId="{2F025859-0384-467B-811F-113D27FB30F1}" type="pres">
      <dgm:prSet presAssocID="{D6DDCBC6-C381-4DBF-BAFE-575D52F9E46B}" presName="node" presStyleLbl="node1" presStyleIdx="4" presStyleCnt="6">
        <dgm:presLayoutVars>
          <dgm:bulletEnabled val="1"/>
        </dgm:presLayoutVars>
      </dgm:prSet>
      <dgm:spPr/>
    </dgm:pt>
    <dgm:pt modelId="{F8DF2D6D-EFD9-46CA-B746-1EF3D1095BB5}" type="pres">
      <dgm:prSet presAssocID="{1E9863C8-E99C-449A-A1B8-F4ABFCED3CBF}" presName="sibTrans" presStyleCnt="0"/>
      <dgm:spPr/>
    </dgm:pt>
    <dgm:pt modelId="{6DCA0D52-2E01-4A93-87E0-7FB7A711EFD1}" type="pres">
      <dgm:prSet presAssocID="{8A9DEFBE-D071-4903-875B-701ADB36221D}" presName="node" presStyleLbl="node1" presStyleIdx="5" presStyleCnt="6">
        <dgm:presLayoutVars>
          <dgm:bulletEnabled val="1"/>
        </dgm:presLayoutVars>
      </dgm:prSet>
      <dgm:spPr/>
    </dgm:pt>
  </dgm:ptLst>
  <dgm:cxnLst>
    <dgm:cxn modelId="{B8A9A22A-5D59-496F-9A53-B19E4C590DBB}" srcId="{C0FCA4CD-0230-45B7-ADF6-2A8B893C97C4}" destId="{8B8FB0FB-925E-41F2-9FB7-4AEBD71C2C45}" srcOrd="0" destOrd="0" parTransId="{058E13C6-D93F-416C-965F-199313EC2648}" sibTransId="{0CAC8872-8FA1-4B77-BBA2-B3C72EF5329B}"/>
    <dgm:cxn modelId="{6EDD1C37-9F20-4657-9710-3C199362217D}" type="presOf" srcId="{C28CC641-901F-400B-866D-A64E34713CA5}" destId="{24C63C61-0BDB-43C3-92BC-807D50656E7C}" srcOrd="0" destOrd="0" presId="urn:microsoft.com/office/officeart/2005/8/layout/default#1"/>
    <dgm:cxn modelId="{D7D1313E-D0C4-4C5E-A196-545054747A9A}" type="presOf" srcId="{D6DDCBC6-C381-4DBF-BAFE-575D52F9E46B}" destId="{2F025859-0384-467B-811F-113D27FB30F1}" srcOrd="0" destOrd="0" presId="urn:microsoft.com/office/officeart/2005/8/layout/default#1"/>
    <dgm:cxn modelId="{101FCB88-2541-46EA-AC6E-7EEFD81C0A55}" type="presOf" srcId="{C0FCA4CD-0230-45B7-ADF6-2A8B893C97C4}" destId="{83BAD786-6DA2-468C-9E03-0D7A3064FEB7}" srcOrd="0" destOrd="0" presId="urn:microsoft.com/office/officeart/2005/8/layout/default#1"/>
    <dgm:cxn modelId="{1F016E89-3134-4C9F-A96B-F835B84392B2}" srcId="{C0FCA4CD-0230-45B7-ADF6-2A8B893C97C4}" destId="{C28CC641-901F-400B-866D-A64E34713CA5}" srcOrd="1" destOrd="0" parTransId="{02F632DB-6252-421B-9B32-9FC40D409B97}" sibTransId="{F1F1E4AC-BAC4-4E05-BB50-6625E65102FA}"/>
    <dgm:cxn modelId="{7D92C2AB-7D29-4670-BA52-E44EDDD8D1B2}" srcId="{C0FCA4CD-0230-45B7-ADF6-2A8B893C97C4}" destId="{56E10580-B785-4A01-A277-9478BC181640}" srcOrd="3" destOrd="0" parTransId="{A5072507-4C4E-4D0D-A71D-1C71C6387A7E}" sibTransId="{F7D273F5-1293-41A8-9245-349BCFDDEE36}"/>
    <dgm:cxn modelId="{95D8C8AE-2E5B-4D15-9855-00BE6250889D}" srcId="{C0FCA4CD-0230-45B7-ADF6-2A8B893C97C4}" destId="{D6DDCBC6-C381-4DBF-BAFE-575D52F9E46B}" srcOrd="4" destOrd="0" parTransId="{39815ED1-B3F9-4FE4-BF34-B3CDE76E9480}" sibTransId="{1E9863C8-E99C-449A-A1B8-F4ABFCED3CBF}"/>
    <dgm:cxn modelId="{D9A7D3B6-E54F-4F4C-BD5B-DC538EEE3A0B}" type="presOf" srcId="{8B8FB0FB-925E-41F2-9FB7-4AEBD71C2C45}" destId="{1161D67C-C7EA-4374-92B6-6D39276306A0}" srcOrd="0" destOrd="0" presId="urn:microsoft.com/office/officeart/2005/8/layout/default#1"/>
    <dgm:cxn modelId="{33CF4CC9-BAB3-4C2F-8020-68481ED74B9C}" type="presOf" srcId="{8A9DEFBE-D071-4903-875B-701ADB36221D}" destId="{6DCA0D52-2E01-4A93-87E0-7FB7A711EFD1}" srcOrd="0" destOrd="0" presId="urn:microsoft.com/office/officeart/2005/8/layout/default#1"/>
    <dgm:cxn modelId="{E22C8ED1-8403-4C61-811E-C75D225D23EA}" srcId="{C0FCA4CD-0230-45B7-ADF6-2A8B893C97C4}" destId="{8A9DEFBE-D071-4903-875B-701ADB36221D}" srcOrd="5" destOrd="0" parTransId="{71D5DA04-CB44-4617-B4DB-092AB995A8D9}" sibTransId="{703DAA7B-2AA1-4CCF-90A0-7313D9F62E38}"/>
    <dgm:cxn modelId="{5D6025D7-4F3A-4D85-BEC0-961CD53594CB}" type="presOf" srcId="{37B5C008-AACF-4ABD-A2B2-22075F618190}" destId="{FB57CC5D-5DED-45ED-A4E1-C463343EAF4D}" srcOrd="0" destOrd="0" presId="urn:microsoft.com/office/officeart/2005/8/layout/default#1"/>
    <dgm:cxn modelId="{49E597DE-DE9E-4E4F-ADFB-E41E0BCF5CE8}" type="presOf" srcId="{56E10580-B785-4A01-A277-9478BC181640}" destId="{D0C41214-46CA-45D9-A934-70D2028BFC53}" srcOrd="0" destOrd="0" presId="urn:microsoft.com/office/officeart/2005/8/layout/default#1"/>
    <dgm:cxn modelId="{686B4AFB-650F-43DA-BC93-9BB04138749F}" srcId="{C0FCA4CD-0230-45B7-ADF6-2A8B893C97C4}" destId="{37B5C008-AACF-4ABD-A2B2-22075F618190}" srcOrd="2" destOrd="0" parTransId="{BB2825E1-D106-4FAC-862C-908D4DDE52BD}" sibTransId="{E20E38C0-A9BF-40A5-9C60-BC92A1E029C5}"/>
    <dgm:cxn modelId="{31368D9C-48E5-4A2D-A791-D649C8AC9A44}" type="presParOf" srcId="{83BAD786-6DA2-468C-9E03-0D7A3064FEB7}" destId="{1161D67C-C7EA-4374-92B6-6D39276306A0}" srcOrd="0" destOrd="0" presId="urn:microsoft.com/office/officeart/2005/8/layout/default#1"/>
    <dgm:cxn modelId="{4D61BC71-8AF0-42A9-8C18-5C1E61294CFE}" type="presParOf" srcId="{83BAD786-6DA2-468C-9E03-0D7A3064FEB7}" destId="{86F587C9-5C96-418B-B260-E1932ED98A28}" srcOrd="1" destOrd="0" presId="urn:microsoft.com/office/officeart/2005/8/layout/default#1"/>
    <dgm:cxn modelId="{9105DBF4-9728-4E07-948B-9B4FF76B0DAC}" type="presParOf" srcId="{83BAD786-6DA2-468C-9E03-0D7A3064FEB7}" destId="{24C63C61-0BDB-43C3-92BC-807D50656E7C}" srcOrd="2" destOrd="0" presId="urn:microsoft.com/office/officeart/2005/8/layout/default#1"/>
    <dgm:cxn modelId="{8612E525-782A-4C8F-A9FF-2082C4FBF735}" type="presParOf" srcId="{83BAD786-6DA2-468C-9E03-0D7A3064FEB7}" destId="{19C29B1B-13E6-441E-AB74-5C3651A14983}" srcOrd="3" destOrd="0" presId="urn:microsoft.com/office/officeart/2005/8/layout/default#1"/>
    <dgm:cxn modelId="{09C59DD5-7EFB-4493-ABFE-AD692A6D2CCC}" type="presParOf" srcId="{83BAD786-6DA2-468C-9E03-0D7A3064FEB7}" destId="{FB57CC5D-5DED-45ED-A4E1-C463343EAF4D}" srcOrd="4" destOrd="0" presId="urn:microsoft.com/office/officeart/2005/8/layout/default#1"/>
    <dgm:cxn modelId="{192F180A-DBE2-4056-811F-6440B3CA7F68}" type="presParOf" srcId="{83BAD786-6DA2-468C-9E03-0D7A3064FEB7}" destId="{AE633E8D-C1A4-49C6-90DF-2EFA6BC13B03}" srcOrd="5" destOrd="0" presId="urn:microsoft.com/office/officeart/2005/8/layout/default#1"/>
    <dgm:cxn modelId="{9F6BB0BF-61BD-49D4-B09B-E8117959A7B2}" type="presParOf" srcId="{83BAD786-6DA2-468C-9E03-0D7A3064FEB7}" destId="{D0C41214-46CA-45D9-A934-70D2028BFC53}" srcOrd="6" destOrd="0" presId="urn:microsoft.com/office/officeart/2005/8/layout/default#1"/>
    <dgm:cxn modelId="{9A49FF90-B2EE-4B8E-BA7B-3B608BC1DAE7}" type="presParOf" srcId="{83BAD786-6DA2-468C-9E03-0D7A3064FEB7}" destId="{DF817BAD-DA99-4157-9645-AAAECAC6B376}" srcOrd="7" destOrd="0" presId="urn:microsoft.com/office/officeart/2005/8/layout/default#1"/>
    <dgm:cxn modelId="{E8383333-24E0-4E4F-B16D-7D90A3A52254}" type="presParOf" srcId="{83BAD786-6DA2-468C-9E03-0D7A3064FEB7}" destId="{2F025859-0384-467B-811F-113D27FB30F1}" srcOrd="8" destOrd="0" presId="urn:microsoft.com/office/officeart/2005/8/layout/default#1"/>
    <dgm:cxn modelId="{1835E6F8-CCF3-432F-AE09-33E19CCCAEE1}" type="presParOf" srcId="{83BAD786-6DA2-468C-9E03-0D7A3064FEB7}" destId="{F8DF2D6D-EFD9-46CA-B746-1EF3D1095BB5}" srcOrd="9" destOrd="0" presId="urn:microsoft.com/office/officeart/2005/8/layout/default#1"/>
    <dgm:cxn modelId="{8057250A-0D75-432D-9F9B-FA0CA2BD9FFB}" type="presParOf" srcId="{83BAD786-6DA2-468C-9E03-0D7A3064FEB7}" destId="{6DCA0D52-2E01-4A93-87E0-7FB7A711EFD1}" srcOrd="10" destOrd="0" presId="urn:microsoft.com/office/officeart/2005/8/layout/defaul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FCA4CD-0230-45B7-ADF6-2A8B893C97C4}" type="doc">
      <dgm:prSet loTypeId="urn:microsoft.com/office/officeart/2005/8/layout/default#1" loCatId="list" qsTypeId="urn:microsoft.com/office/officeart/2005/8/quickstyle/simple4#1" qsCatId="simple" csTypeId="urn:microsoft.com/office/officeart/2005/8/colors/accent3_2#2" csCatId="accent3"/>
      <dgm:spPr/>
      <dgm:t>
        <a:bodyPr/>
        <a:lstStyle/>
        <a:p>
          <a:endParaRPr lang="en-US"/>
        </a:p>
      </dgm:t>
    </dgm:pt>
    <dgm:pt modelId="{8B8FB0FB-925E-41F2-9FB7-4AEBD71C2C45}">
      <dgm:prSet phldr="0" custT="1"/>
      <dgm:spPr/>
      <dgm:t>
        <a:bodyPr vert="horz" wrap="square"/>
        <a:lstStyle/>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Corporate Jobs</a:t>
          </a:r>
        </a:p>
      </dgm:t>
    </dgm:pt>
    <dgm:pt modelId="{058E13C6-D93F-416C-965F-199313EC2648}" type="parTrans" cxnId="{D00BF49E-94A6-4050-92D4-982A2DC7DBA3}">
      <dgm:prSet/>
      <dgm:spPr/>
      <dgm:t>
        <a:bodyPr/>
        <a:lstStyle/>
        <a:p>
          <a:endParaRPr lang="en-US">
            <a:solidFill>
              <a:schemeClr val="tx1"/>
            </a:solidFill>
          </a:endParaRPr>
        </a:p>
      </dgm:t>
    </dgm:pt>
    <dgm:pt modelId="{0CAC8872-8FA1-4B77-BBA2-B3C72EF5329B}" type="sibTrans" cxnId="{D00BF49E-94A6-4050-92D4-982A2DC7DBA3}">
      <dgm:prSet/>
      <dgm:spPr/>
      <dgm:t>
        <a:bodyPr/>
        <a:lstStyle/>
        <a:p>
          <a:endParaRPr lang="en-US">
            <a:solidFill>
              <a:schemeClr val="tx1"/>
            </a:solidFill>
          </a:endParaRPr>
        </a:p>
      </dgm:t>
    </dgm:pt>
    <dgm:pt modelId="{C28CC641-901F-400B-866D-A64E34713CA5}">
      <dgm:prSet phldr="0" custT="1"/>
      <dgm:spPr/>
      <dgm:t>
        <a:bodyPr vert="horz" wrap="square"/>
        <a:lstStyle/>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Government </a:t>
          </a:r>
        </a:p>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Jobs</a:t>
          </a:r>
        </a:p>
      </dgm:t>
    </dgm:pt>
    <dgm:pt modelId="{02F632DB-6252-421B-9B32-9FC40D409B97}" type="parTrans" cxnId="{11B8D903-C22D-4FBA-B753-306113DD88E7}">
      <dgm:prSet/>
      <dgm:spPr/>
      <dgm:t>
        <a:bodyPr/>
        <a:lstStyle/>
        <a:p>
          <a:endParaRPr lang="en-US">
            <a:solidFill>
              <a:schemeClr val="tx1"/>
            </a:solidFill>
          </a:endParaRPr>
        </a:p>
      </dgm:t>
    </dgm:pt>
    <dgm:pt modelId="{F1F1E4AC-BAC4-4E05-BB50-6625E65102FA}" type="sibTrans" cxnId="{11B8D903-C22D-4FBA-B753-306113DD88E7}">
      <dgm:prSet/>
      <dgm:spPr/>
      <dgm:t>
        <a:bodyPr/>
        <a:lstStyle/>
        <a:p>
          <a:endParaRPr lang="en-US">
            <a:solidFill>
              <a:schemeClr val="tx1"/>
            </a:solidFill>
          </a:endParaRPr>
        </a:p>
      </dgm:t>
    </dgm:pt>
    <dgm:pt modelId="{37B5C008-AACF-4ABD-A2B2-22075F618190}">
      <dgm:prSet phldr="0" custT="1"/>
      <dgm:spPr/>
      <dgm:t>
        <a:bodyPr vert="horz" wrap="square"/>
        <a:lstStyle/>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Higher Studies</a:t>
          </a:r>
        </a:p>
      </dgm:t>
    </dgm:pt>
    <dgm:pt modelId="{BB2825E1-D106-4FAC-862C-908D4DDE52BD}" type="parTrans" cxnId="{CA86B741-4F78-4D0B-B18C-6EB1919194B9}">
      <dgm:prSet/>
      <dgm:spPr/>
      <dgm:t>
        <a:bodyPr/>
        <a:lstStyle/>
        <a:p>
          <a:endParaRPr lang="en-US">
            <a:solidFill>
              <a:schemeClr val="tx1"/>
            </a:solidFill>
          </a:endParaRPr>
        </a:p>
      </dgm:t>
    </dgm:pt>
    <dgm:pt modelId="{E20E38C0-A9BF-40A5-9C60-BC92A1E029C5}" type="sibTrans" cxnId="{CA86B741-4F78-4D0B-B18C-6EB1919194B9}">
      <dgm:prSet/>
      <dgm:spPr/>
      <dgm:t>
        <a:bodyPr/>
        <a:lstStyle/>
        <a:p>
          <a:endParaRPr lang="en-US">
            <a:solidFill>
              <a:schemeClr val="tx1"/>
            </a:solidFill>
          </a:endParaRPr>
        </a:p>
      </dgm:t>
    </dgm:pt>
    <dgm:pt modelId="{56E10580-B785-4A01-A277-9478BC181640}">
      <dgm:prSet phldr="0" custT="1"/>
      <dgm:spPr/>
      <dgm:t>
        <a:bodyPr vert="horz" wrap="square"/>
        <a:lstStyle/>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Entrepreneurship</a:t>
          </a:r>
        </a:p>
      </dgm:t>
    </dgm:pt>
    <dgm:pt modelId="{A5072507-4C4E-4D0D-A71D-1C71C6387A7E}" type="parTrans" cxnId="{1676D3E1-3471-47D3-BDBA-9E0A0539F466}">
      <dgm:prSet/>
      <dgm:spPr/>
      <dgm:t>
        <a:bodyPr/>
        <a:lstStyle/>
        <a:p>
          <a:endParaRPr lang="en-US">
            <a:solidFill>
              <a:schemeClr val="tx1"/>
            </a:solidFill>
          </a:endParaRPr>
        </a:p>
      </dgm:t>
    </dgm:pt>
    <dgm:pt modelId="{F7D273F5-1293-41A8-9245-349BCFDDEE36}" type="sibTrans" cxnId="{1676D3E1-3471-47D3-BDBA-9E0A0539F466}">
      <dgm:prSet/>
      <dgm:spPr/>
      <dgm:t>
        <a:bodyPr/>
        <a:lstStyle/>
        <a:p>
          <a:endParaRPr lang="en-US">
            <a:solidFill>
              <a:schemeClr val="tx1"/>
            </a:solidFill>
          </a:endParaRPr>
        </a:p>
      </dgm:t>
    </dgm:pt>
    <dgm:pt modelId="{D6DDCBC6-C381-4DBF-BAFE-575D52F9E46B}">
      <dgm:prSet phldr="0" custT="1"/>
      <dgm:spPr/>
      <dgm:t>
        <a:bodyPr vert="horz" wrap="square"/>
        <a:lstStyle/>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Research</a:t>
          </a:r>
        </a:p>
      </dgm:t>
    </dgm:pt>
    <dgm:pt modelId="{39815ED1-B3F9-4FE4-BF34-B3CDE76E9480}" type="parTrans" cxnId="{6474274A-151C-4ABB-AF3C-005C7EFB86E3}">
      <dgm:prSet/>
      <dgm:spPr/>
      <dgm:t>
        <a:bodyPr/>
        <a:lstStyle/>
        <a:p>
          <a:endParaRPr lang="en-US">
            <a:solidFill>
              <a:schemeClr val="tx1"/>
            </a:solidFill>
          </a:endParaRPr>
        </a:p>
      </dgm:t>
    </dgm:pt>
    <dgm:pt modelId="{1E9863C8-E99C-449A-A1B8-F4ABFCED3CBF}" type="sibTrans" cxnId="{6474274A-151C-4ABB-AF3C-005C7EFB86E3}">
      <dgm:prSet/>
      <dgm:spPr/>
      <dgm:t>
        <a:bodyPr/>
        <a:lstStyle/>
        <a:p>
          <a:endParaRPr lang="en-US">
            <a:solidFill>
              <a:schemeClr val="tx1"/>
            </a:solidFill>
          </a:endParaRPr>
        </a:p>
      </dgm:t>
    </dgm:pt>
    <dgm:pt modelId="{8A9DEFBE-D071-4903-875B-701ADB36221D}">
      <dgm:prSet phldr="0" custT="1"/>
      <dgm:spPr/>
      <dgm:t>
        <a:bodyPr vert="horz" wrap="square"/>
        <a:lstStyle/>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Study Abroad</a:t>
          </a:r>
        </a:p>
      </dgm:t>
    </dgm:pt>
    <dgm:pt modelId="{71D5DA04-CB44-4617-B4DB-092AB995A8D9}" type="parTrans" cxnId="{76F484B6-07E7-4A63-848B-FC2CCEDD0FAA}">
      <dgm:prSet/>
      <dgm:spPr/>
      <dgm:t>
        <a:bodyPr/>
        <a:lstStyle/>
        <a:p>
          <a:endParaRPr lang="en-US">
            <a:solidFill>
              <a:schemeClr val="tx1"/>
            </a:solidFill>
          </a:endParaRPr>
        </a:p>
      </dgm:t>
    </dgm:pt>
    <dgm:pt modelId="{703DAA7B-2AA1-4CCF-90A0-7313D9F62E38}" type="sibTrans" cxnId="{76F484B6-07E7-4A63-848B-FC2CCEDD0FAA}">
      <dgm:prSet/>
      <dgm:spPr/>
      <dgm:t>
        <a:bodyPr/>
        <a:lstStyle/>
        <a:p>
          <a:endParaRPr lang="en-US">
            <a:solidFill>
              <a:schemeClr val="tx1"/>
            </a:solidFill>
          </a:endParaRPr>
        </a:p>
      </dgm:t>
    </dgm:pt>
    <dgm:pt modelId="{83BAD786-6DA2-468C-9E03-0D7A3064FEB7}" type="pres">
      <dgm:prSet presAssocID="{C0FCA4CD-0230-45B7-ADF6-2A8B893C97C4}" presName="diagram" presStyleCnt="0">
        <dgm:presLayoutVars>
          <dgm:dir/>
          <dgm:resizeHandles val="exact"/>
        </dgm:presLayoutVars>
      </dgm:prSet>
      <dgm:spPr/>
    </dgm:pt>
    <dgm:pt modelId="{1161D67C-C7EA-4374-92B6-6D39276306A0}" type="pres">
      <dgm:prSet presAssocID="{8B8FB0FB-925E-41F2-9FB7-4AEBD71C2C45}" presName="node" presStyleLbl="node1" presStyleIdx="0" presStyleCnt="6" custLinFactNeighborX="-2319" custLinFactNeighborY="-71">
        <dgm:presLayoutVars>
          <dgm:bulletEnabled val="1"/>
        </dgm:presLayoutVars>
      </dgm:prSet>
      <dgm:spPr/>
    </dgm:pt>
    <dgm:pt modelId="{86F587C9-5C96-418B-B260-E1932ED98A28}" type="pres">
      <dgm:prSet presAssocID="{0CAC8872-8FA1-4B77-BBA2-B3C72EF5329B}" presName="sibTrans" presStyleCnt="0"/>
      <dgm:spPr/>
    </dgm:pt>
    <dgm:pt modelId="{24C63C61-0BDB-43C3-92BC-807D50656E7C}" type="pres">
      <dgm:prSet presAssocID="{C28CC641-901F-400B-866D-A64E34713CA5}" presName="node" presStyleLbl="node1" presStyleIdx="1" presStyleCnt="6">
        <dgm:presLayoutVars>
          <dgm:bulletEnabled val="1"/>
        </dgm:presLayoutVars>
      </dgm:prSet>
      <dgm:spPr/>
    </dgm:pt>
    <dgm:pt modelId="{19C29B1B-13E6-441E-AB74-5C3651A14983}" type="pres">
      <dgm:prSet presAssocID="{F1F1E4AC-BAC4-4E05-BB50-6625E65102FA}" presName="sibTrans" presStyleCnt="0"/>
      <dgm:spPr/>
    </dgm:pt>
    <dgm:pt modelId="{FB57CC5D-5DED-45ED-A4E1-C463343EAF4D}" type="pres">
      <dgm:prSet presAssocID="{37B5C008-AACF-4ABD-A2B2-22075F618190}" presName="node" presStyleLbl="node1" presStyleIdx="2" presStyleCnt="6">
        <dgm:presLayoutVars>
          <dgm:bulletEnabled val="1"/>
        </dgm:presLayoutVars>
      </dgm:prSet>
      <dgm:spPr/>
    </dgm:pt>
    <dgm:pt modelId="{AE633E8D-C1A4-49C6-90DF-2EFA6BC13B03}" type="pres">
      <dgm:prSet presAssocID="{E20E38C0-A9BF-40A5-9C60-BC92A1E029C5}" presName="sibTrans" presStyleCnt="0"/>
      <dgm:spPr/>
    </dgm:pt>
    <dgm:pt modelId="{D0C41214-46CA-45D9-A934-70D2028BFC53}" type="pres">
      <dgm:prSet presAssocID="{56E10580-B785-4A01-A277-9478BC181640}" presName="node" presStyleLbl="node1" presStyleIdx="3" presStyleCnt="6">
        <dgm:presLayoutVars>
          <dgm:bulletEnabled val="1"/>
        </dgm:presLayoutVars>
      </dgm:prSet>
      <dgm:spPr/>
    </dgm:pt>
    <dgm:pt modelId="{DF817BAD-DA99-4157-9645-AAAECAC6B376}" type="pres">
      <dgm:prSet presAssocID="{F7D273F5-1293-41A8-9245-349BCFDDEE36}" presName="sibTrans" presStyleCnt="0"/>
      <dgm:spPr/>
    </dgm:pt>
    <dgm:pt modelId="{2F025859-0384-467B-811F-113D27FB30F1}" type="pres">
      <dgm:prSet presAssocID="{D6DDCBC6-C381-4DBF-BAFE-575D52F9E46B}" presName="node" presStyleLbl="node1" presStyleIdx="4" presStyleCnt="6">
        <dgm:presLayoutVars>
          <dgm:bulletEnabled val="1"/>
        </dgm:presLayoutVars>
      </dgm:prSet>
      <dgm:spPr/>
    </dgm:pt>
    <dgm:pt modelId="{F8DF2D6D-EFD9-46CA-B746-1EF3D1095BB5}" type="pres">
      <dgm:prSet presAssocID="{1E9863C8-E99C-449A-A1B8-F4ABFCED3CBF}" presName="sibTrans" presStyleCnt="0"/>
      <dgm:spPr/>
    </dgm:pt>
    <dgm:pt modelId="{6DCA0D52-2E01-4A93-87E0-7FB7A711EFD1}" type="pres">
      <dgm:prSet presAssocID="{8A9DEFBE-D071-4903-875B-701ADB36221D}" presName="node" presStyleLbl="node1" presStyleIdx="5" presStyleCnt="6">
        <dgm:presLayoutVars>
          <dgm:bulletEnabled val="1"/>
        </dgm:presLayoutVars>
      </dgm:prSet>
      <dgm:spPr/>
    </dgm:pt>
  </dgm:ptLst>
  <dgm:cxnLst>
    <dgm:cxn modelId="{11B8D903-C22D-4FBA-B753-306113DD88E7}" srcId="{C0FCA4CD-0230-45B7-ADF6-2A8B893C97C4}" destId="{C28CC641-901F-400B-866D-A64E34713CA5}" srcOrd="1" destOrd="0" parTransId="{02F632DB-6252-421B-9B32-9FC40D409B97}" sibTransId="{F1F1E4AC-BAC4-4E05-BB50-6625E65102FA}"/>
    <dgm:cxn modelId="{3200C93B-99D2-49DD-9727-0E08EC145AFB}" type="presOf" srcId="{37B5C008-AACF-4ABD-A2B2-22075F618190}" destId="{FB57CC5D-5DED-45ED-A4E1-C463343EAF4D}" srcOrd="0" destOrd="0" presId="urn:microsoft.com/office/officeart/2005/8/layout/default#1"/>
    <dgm:cxn modelId="{CA86B741-4F78-4D0B-B18C-6EB1919194B9}" srcId="{C0FCA4CD-0230-45B7-ADF6-2A8B893C97C4}" destId="{37B5C008-AACF-4ABD-A2B2-22075F618190}" srcOrd="2" destOrd="0" parTransId="{BB2825E1-D106-4FAC-862C-908D4DDE52BD}" sibTransId="{E20E38C0-A9BF-40A5-9C60-BC92A1E029C5}"/>
    <dgm:cxn modelId="{6474274A-151C-4ABB-AF3C-005C7EFB86E3}" srcId="{C0FCA4CD-0230-45B7-ADF6-2A8B893C97C4}" destId="{D6DDCBC6-C381-4DBF-BAFE-575D52F9E46B}" srcOrd="4" destOrd="0" parTransId="{39815ED1-B3F9-4FE4-BF34-B3CDE76E9480}" sibTransId="{1E9863C8-E99C-449A-A1B8-F4ABFCED3CBF}"/>
    <dgm:cxn modelId="{27701E8C-2BF2-44EF-BEA2-4AC2653A97F6}" type="presOf" srcId="{8B8FB0FB-925E-41F2-9FB7-4AEBD71C2C45}" destId="{1161D67C-C7EA-4374-92B6-6D39276306A0}" srcOrd="0" destOrd="0" presId="urn:microsoft.com/office/officeart/2005/8/layout/default#1"/>
    <dgm:cxn modelId="{DCE8F095-0815-477A-B0A7-A9B4F9BDC249}" type="presOf" srcId="{8A9DEFBE-D071-4903-875B-701ADB36221D}" destId="{6DCA0D52-2E01-4A93-87E0-7FB7A711EFD1}" srcOrd="0" destOrd="0" presId="urn:microsoft.com/office/officeart/2005/8/layout/default#1"/>
    <dgm:cxn modelId="{9775FC9B-53E6-4670-9BB3-6B2455CEEB45}" type="presOf" srcId="{D6DDCBC6-C381-4DBF-BAFE-575D52F9E46B}" destId="{2F025859-0384-467B-811F-113D27FB30F1}" srcOrd="0" destOrd="0" presId="urn:microsoft.com/office/officeart/2005/8/layout/default#1"/>
    <dgm:cxn modelId="{D00BF49E-94A6-4050-92D4-982A2DC7DBA3}" srcId="{C0FCA4CD-0230-45B7-ADF6-2A8B893C97C4}" destId="{8B8FB0FB-925E-41F2-9FB7-4AEBD71C2C45}" srcOrd="0" destOrd="0" parTransId="{058E13C6-D93F-416C-965F-199313EC2648}" sibTransId="{0CAC8872-8FA1-4B77-BBA2-B3C72EF5329B}"/>
    <dgm:cxn modelId="{A6E2A9A2-3EC8-443F-A316-78B6905A14EC}" type="presOf" srcId="{56E10580-B785-4A01-A277-9478BC181640}" destId="{D0C41214-46CA-45D9-A934-70D2028BFC53}" srcOrd="0" destOrd="0" presId="urn:microsoft.com/office/officeart/2005/8/layout/default#1"/>
    <dgm:cxn modelId="{635E11B6-CC05-41FE-A014-29A93F0285CE}" type="presOf" srcId="{C0FCA4CD-0230-45B7-ADF6-2A8B893C97C4}" destId="{83BAD786-6DA2-468C-9E03-0D7A3064FEB7}" srcOrd="0" destOrd="0" presId="urn:microsoft.com/office/officeart/2005/8/layout/default#1"/>
    <dgm:cxn modelId="{76F484B6-07E7-4A63-848B-FC2CCEDD0FAA}" srcId="{C0FCA4CD-0230-45B7-ADF6-2A8B893C97C4}" destId="{8A9DEFBE-D071-4903-875B-701ADB36221D}" srcOrd="5" destOrd="0" parTransId="{71D5DA04-CB44-4617-B4DB-092AB995A8D9}" sibTransId="{703DAA7B-2AA1-4CCF-90A0-7313D9F62E38}"/>
    <dgm:cxn modelId="{239596B9-0C33-425D-BEB5-DACC42B9FD19}" type="presOf" srcId="{C28CC641-901F-400B-866D-A64E34713CA5}" destId="{24C63C61-0BDB-43C3-92BC-807D50656E7C}" srcOrd="0" destOrd="0" presId="urn:microsoft.com/office/officeart/2005/8/layout/default#1"/>
    <dgm:cxn modelId="{1676D3E1-3471-47D3-BDBA-9E0A0539F466}" srcId="{C0FCA4CD-0230-45B7-ADF6-2A8B893C97C4}" destId="{56E10580-B785-4A01-A277-9478BC181640}" srcOrd="3" destOrd="0" parTransId="{A5072507-4C4E-4D0D-A71D-1C71C6387A7E}" sibTransId="{F7D273F5-1293-41A8-9245-349BCFDDEE36}"/>
    <dgm:cxn modelId="{6613AFB5-9C80-4EFD-949D-6A8BE2114530}" type="presParOf" srcId="{83BAD786-6DA2-468C-9E03-0D7A3064FEB7}" destId="{1161D67C-C7EA-4374-92B6-6D39276306A0}" srcOrd="0" destOrd="0" presId="urn:microsoft.com/office/officeart/2005/8/layout/default#1"/>
    <dgm:cxn modelId="{51818C22-51A5-438E-83CF-5719C5292CE9}" type="presParOf" srcId="{83BAD786-6DA2-468C-9E03-0D7A3064FEB7}" destId="{86F587C9-5C96-418B-B260-E1932ED98A28}" srcOrd="1" destOrd="0" presId="urn:microsoft.com/office/officeart/2005/8/layout/default#1"/>
    <dgm:cxn modelId="{6E7CF78F-AC97-4A8C-98B2-299BAC37A338}" type="presParOf" srcId="{83BAD786-6DA2-468C-9E03-0D7A3064FEB7}" destId="{24C63C61-0BDB-43C3-92BC-807D50656E7C}" srcOrd="2" destOrd="0" presId="urn:microsoft.com/office/officeart/2005/8/layout/default#1"/>
    <dgm:cxn modelId="{87691C0F-E51C-4B70-920E-64FA1A3F7841}" type="presParOf" srcId="{83BAD786-6DA2-468C-9E03-0D7A3064FEB7}" destId="{19C29B1B-13E6-441E-AB74-5C3651A14983}" srcOrd="3" destOrd="0" presId="urn:microsoft.com/office/officeart/2005/8/layout/default#1"/>
    <dgm:cxn modelId="{EE2D4D45-FE84-4719-99C0-B8BE5A4DF911}" type="presParOf" srcId="{83BAD786-6DA2-468C-9E03-0D7A3064FEB7}" destId="{FB57CC5D-5DED-45ED-A4E1-C463343EAF4D}" srcOrd="4" destOrd="0" presId="urn:microsoft.com/office/officeart/2005/8/layout/default#1"/>
    <dgm:cxn modelId="{6E728437-9100-4ACD-809B-ACF4825C0761}" type="presParOf" srcId="{83BAD786-6DA2-468C-9E03-0D7A3064FEB7}" destId="{AE633E8D-C1A4-49C6-90DF-2EFA6BC13B03}" srcOrd="5" destOrd="0" presId="urn:microsoft.com/office/officeart/2005/8/layout/default#1"/>
    <dgm:cxn modelId="{3042A1E5-4794-4E7A-BF41-73C766FCDC7B}" type="presParOf" srcId="{83BAD786-6DA2-468C-9E03-0D7A3064FEB7}" destId="{D0C41214-46CA-45D9-A934-70D2028BFC53}" srcOrd="6" destOrd="0" presId="urn:microsoft.com/office/officeart/2005/8/layout/default#1"/>
    <dgm:cxn modelId="{4CD96F6F-5DEA-4797-863C-C3371CB1FDB9}" type="presParOf" srcId="{83BAD786-6DA2-468C-9E03-0D7A3064FEB7}" destId="{DF817BAD-DA99-4157-9645-AAAECAC6B376}" srcOrd="7" destOrd="0" presId="urn:microsoft.com/office/officeart/2005/8/layout/default#1"/>
    <dgm:cxn modelId="{C4ED4180-61CF-4567-A054-7D18B4DFDFC0}" type="presParOf" srcId="{83BAD786-6DA2-468C-9E03-0D7A3064FEB7}" destId="{2F025859-0384-467B-811F-113D27FB30F1}" srcOrd="8" destOrd="0" presId="urn:microsoft.com/office/officeart/2005/8/layout/default#1"/>
    <dgm:cxn modelId="{A57699A6-84BD-4C5D-998D-690ED6E2D530}" type="presParOf" srcId="{83BAD786-6DA2-468C-9E03-0D7A3064FEB7}" destId="{F8DF2D6D-EFD9-46CA-B746-1EF3D1095BB5}" srcOrd="9" destOrd="0" presId="urn:microsoft.com/office/officeart/2005/8/layout/default#1"/>
    <dgm:cxn modelId="{BE44FBF0-B358-404E-B94B-55306C7C926E}" type="presParOf" srcId="{83BAD786-6DA2-468C-9E03-0D7A3064FEB7}" destId="{6DCA0D52-2E01-4A93-87E0-7FB7A711EFD1}" srcOrd="10" destOrd="0" presId="urn:microsoft.com/office/officeart/2005/8/layout/defaul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61D67C-C7EA-4374-92B6-6D39276306A0}">
      <dsp:nvSpPr>
        <dsp:cNvPr id="0" name=""/>
        <dsp:cNvSpPr/>
      </dsp:nvSpPr>
      <dsp:spPr>
        <a:xfrm>
          <a:off x="0" y="29766"/>
          <a:ext cx="2464593" cy="1478756"/>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100000"/>
            </a:lnSpc>
            <a:spcBef>
              <a:spcPct val="0"/>
            </a:spcBef>
            <a:spcAft>
              <a:spcPct val="35000"/>
            </a:spcAft>
            <a:buNone/>
          </a:pPr>
          <a:r>
            <a:rPr lang="en-US" sz="2800" kern="1200">
              <a:latin typeface="Times New Roman" panose="02020603050405020304" pitchFamily="18" charset="0"/>
              <a:cs typeface="Times New Roman" panose="02020603050405020304" pitchFamily="18" charset="0"/>
            </a:rPr>
            <a:t>Course Exemption</a:t>
          </a:r>
        </a:p>
      </dsp:txBody>
      <dsp:txXfrm>
        <a:off x="0" y="29766"/>
        <a:ext cx="2464593" cy="1478756"/>
      </dsp:txXfrm>
    </dsp:sp>
    <dsp:sp modelId="{24C63C61-0BDB-43C3-92BC-807D50656E7C}">
      <dsp:nvSpPr>
        <dsp:cNvPr id="0" name=""/>
        <dsp:cNvSpPr/>
      </dsp:nvSpPr>
      <dsp:spPr>
        <a:xfrm>
          <a:off x="2711053" y="29766"/>
          <a:ext cx="2464593" cy="1478756"/>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100000"/>
            </a:lnSpc>
            <a:spcBef>
              <a:spcPct val="0"/>
            </a:spcBef>
            <a:spcAft>
              <a:spcPct val="35000"/>
            </a:spcAft>
            <a:buNone/>
          </a:pPr>
          <a:r>
            <a:rPr lang="en-US" sz="2800" kern="1200">
              <a:latin typeface="Times New Roman" panose="02020603050405020304" pitchFamily="18" charset="0"/>
              <a:cs typeface="Times New Roman" panose="02020603050405020304" pitchFamily="18" charset="0"/>
            </a:rPr>
            <a:t>Grade Upgradation</a:t>
          </a:r>
        </a:p>
      </dsp:txBody>
      <dsp:txXfrm>
        <a:off x="2711053" y="29766"/>
        <a:ext cx="2464593" cy="1478756"/>
      </dsp:txXfrm>
    </dsp:sp>
    <dsp:sp modelId="{FB57CC5D-5DED-45ED-A4E1-C463343EAF4D}">
      <dsp:nvSpPr>
        <dsp:cNvPr id="0" name=""/>
        <dsp:cNvSpPr/>
      </dsp:nvSpPr>
      <dsp:spPr>
        <a:xfrm>
          <a:off x="5422106" y="29766"/>
          <a:ext cx="2464593" cy="1478756"/>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10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No Pen-Paper based Evaluation</a:t>
          </a:r>
        </a:p>
      </dsp:txBody>
      <dsp:txXfrm>
        <a:off x="5422106" y="29766"/>
        <a:ext cx="2464593" cy="1478756"/>
      </dsp:txXfrm>
    </dsp:sp>
    <dsp:sp modelId="{D0C41214-46CA-45D9-A934-70D2028BFC53}">
      <dsp:nvSpPr>
        <dsp:cNvPr id="0" name=""/>
        <dsp:cNvSpPr/>
      </dsp:nvSpPr>
      <dsp:spPr>
        <a:xfrm>
          <a:off x="0" y="1754981"/>
          <a:ext cx="2464593" cy="1478756"/>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100000"/>
            </a:lnSpc>
            <a:spcBef>
              <a:spcPct val="0"/>
            </a:spcBef>
            <a:spcAft>
              <a:spcPct val="35000"/>
            </a:spcAft>
            <a:buNone/>
          </a:pPr>
          <a:r>
            <a:rPr lang="en-US" sz="2800" kern="1200">
              <a:latin typeface="Times New Roman" panose="02020603050405020304" pitchFamily="18" charset="0"/>
              <a:cs typeface="Times New Roman" panose="02020603050405020304" pitchFamily="18" charset="0"/>
            </a:rPr>
            <a:t>Attendance Relaxation </a:t>
          </a:r>
        </a:p>
      </dsp:txBody>
      <dsp:txXfrm>
        <a:off x="0" y="1754981"/>
        <a:ext cx="2464593" cy="1478756"/>
      </dsp:txXfrm>
    </dsp:sp>
    <dsp:sp modelId="{2F025859-0384-467B-811F-113D27FB30F1}">
      <dsp:nvSpPr>
        <dsp:cNvPr id="0" name=""/>
        <dsp:cNvSpPr/>
      </dsp:nvSpPr>
      <dsp:spPr>
        <a:xfrm>
          <a:off x="2711053" y="1754981"/>
          <a:ext cx="2464593" cy="1478756"/>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100000"/>
            </a:lnSpc>
            <a:spcBef>
              <a:spcPct val="0"/>
            </a:spcBef>
            <a:spcAft>
              <a:spcPct val="35000"/>
            </a:spcAft>
            <a:buNone/>
          </a:pPr>
          <a:r>
            <a:rPr lang="en-US" sz="2800" kern="1200">
              <a:latin typeface="Times New Roman" panose="02020603050405020304" pitchFamily="18" charset="0"/>
              <a:cs typeface="Times New Roman" panose="02020603050405020304" pitchFamily="18" charset="0"/>
            </a:rPr>
            <a:t>Duty Leaves</a:t>
          </a:r>
        </a:p>
      </dsp:txBody>
      <dsp:txXfrm>
        <a:off x="2711053" y="1754981"/>
        <a:ext cx="2464593" cy="1478756"/>
      </dsp:txXfrm>
    </dsp:sp>
    <dsp:sp modelId="{6DCA0D52-2E01-4A93-87E0-7FB7A711EFD1}">
      <dsp:nvSpPr>
        <dsp:cNvPr id="0" name=""/>
        <dsp:cNvSpPr/>
      </dsp:nvSpPr>
      <dsp:spPr>
        <a:xfrm>
          <a:off x="5422106" y="1754981"/>
          <a:ext cx="2464593" cy="1478756"/>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100000"/>
            </a:lnSpc>
            <a:spcBef>
              <a:spcPct val="0"/>
            </a:spcBef>
            <a:spcAft>
              <a:spcPct val="35000"/>
            </a:spcAft>
            <a:buNone/>
          </a:pPr>
          <a:r>
            <a:rPr lang="en-US" sz="2800" kern="1200">
              <a:latin typeface="Times New Roman" panose="02020603050405020304" pitchFamily="18" charset="0"/>
              <a:cs typeface="Times New Roman" panose="02020603050405020304" pitchFamily="18" charset="0"/>
            </a:rPr>
            <a:t>Value Addition in Academic Transcript</a:t>
          </a:r>
        </a:p>
      </dsp:txBody>
      <dsp:txXfrm>
        <a:off x="5422106" y="1754981"/>
        <a:ext cx="2464593" cy="14787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61D67C-C7EA-4374-92B6-6D39276306A0}">
      <dsp:nvSpPr>
        <dsp:cNvPr id="0" name=""/>
        <dsp:cNvSpPr/>
      </dsp:nvSpPr>
      <dsp:spPr>
        <a:xfrm>
          <a:off x="175485" y="1068"/>
          <a:ext cx="2255402" cy="1353241"/>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Corporate Jobs</a:t>
          </a:r>
        </a:p>
      </dsp:txBody>
      <dsp:txXfrm>
        <a:off x="175485" y="1068"/>
        <a:ext cx="2255402" cy="1353241"/>
      </dsp:txXfrm>
    </dsp:sp>
    <dsp:sp modelId="{24C63C61-0BDB-43C3-92BC-807D50656E7C}">
      <dsp:nvSpPr>
        <dsp:cNvPr id="0" name=""/>
        <dsp:cNvSpPr/>
      </dsp:nvSpPr>
      <dsp:spPr>
        <a:xfrm>
          <a:off x="2708730" y="2028"/>
          <a:ext cx="2255402" cy="1353241"/>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Government </a:t>
          </a:r>
        </a:p>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Jobs</a:t>
          </a:r>
        </a:p>
      </dsp:txBody>
      <dsp:txXfrm>
        <a:off x="2708730" y="2028"/>
        <a:ext cx="2255402" cy="1353241"/>
      </dsp:txXfrm>
    </dsp:sp>
    <dsp:sp modelId="{FB57CC5D-5DED-45ED-A4E1-C463343EAF4D}">
      <dsp:nvSpPr>
        <dsp:cNvPr id="0" name=""/>
        <dsp:cNvSpPr/>
      </dsp:nvSpPr>
      <dsp:spPr>
        <a:xfrm>
          <a:off x="5189673" y="2028"/>
          <a:ext cx="2255402" cy="1353241"/>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Higher Studies</a:t>
          </a:r>
        </a:p>
      </dsp:txBody>
      <dsp:txXfrm>
        <a:off x="5189673" y="2028"/>
        <a:ext cx="2255402" cy="1353241"/>
      </dsp:txXfrm>
    </dsp:sp>
    <dsp:sp modelId="{D0C41214-46CA-45D9-A934-70D2028BFC53}">
      <dsp:nvSpPr>
        <dsp:cNvPr id="0" name=""/>
        <dsp:cNvSpPr/>
      </dsp:nvSpPr>
      <dsp:spPr>
        <a:xfrm>
          <a:off x="227788" y="1580810"/>
          <a:ext cx="2255402" cy="1353241"/>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Entrepreneurship</a:t>
          </a:r>
        </a:p>
      </dsp:txBody>
      <dsp:txXfrm>
        <a:off x="227788" y="1580810"/>
        <a:ext cx="2255402" cy="1353241"/>
      </dsp:txXfrm>
    </dsp:sp>
    <dsp:sp modelId="{2F025859-0384-467B-811F-113D27FB30F1}">
      <dsp:nvSpPr>
        <dsp:cNvPr id="0" name=""/>
        <dsp:cNvSpPr/>
      </dsp:nvSpPr>
      <dsp:spPr>
        <a:xfrm>
          <a:off x="2708730" y="1580810"/>
          <a:ext cx="2255402" cy="1353241"/>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Research</a:t>
          </a:r>
        </a:p>
      </dsp:txBody>
      <dsp:txXfrm>
        <a:off x="2708730" y="1580810"/>
        <a:ext cx="2255402" cy="1353241"/>
      </dsp:txXfrm>
    </dsp:sp>
    <dsp:sp modelId="{6DCA0D52-2E01-4A93-87E0-7FB7A711EFD1}">
      <dsp:nvSpPr>
        <dsp:cNvPr id="0" name=""/>
        <dsp:cNvSpPr/>
      </dsp:nvSpPr>
      <dsp:spPr>
        <a:xfrm>
          <a:off x="5189673" y="1580810"/>
          <a:ext cx="2255402" cy="1353241"/>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Study Abroad</a:t>
          </a:r>
        </a:p>
      </dsp:txBody>
      <dsp:txXfrm>
        <a:off x="5189673" y="1580810"/>
        <a:ext cx="2255402" cy="1353241"/>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 name="Google Shape;23;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g2c92ac516ff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g2c92ac516ff_1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 name="Google Shape;45;g2c92ac516ff_1_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3</a:t>
            </a:fld>
            <a:endParaRPr sz="1400">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6">
            <a:extLst>
              <a:ext uri="{FF2B5EF4-FFF2-40B4-BE49-F238E27FC236}">
                <a16:creationId xmlns:a16="http://schemas.microsoft.com/office/drawing/2014/main" id="{BFF94175-23D0-21BA-A68F-C2A5D578BB0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5pPr>
            <a:lvl6pPr marL="2514600" indent="-2286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6pPr>
            <a:lvl7pPr marL="2971800" indent="-2286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7pPr>
            <a:lvl8pPr marL="3429000" indent="-2286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8pPr>
            <a:lvl9pPr marL="3886200" indent="-2286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9pPr>
          </a:lstStyle>
          <a:p>
            <a:pPr>
              <a:spcBef>
                <a:spcPts val="13"/>
              </a:spcBef>
            </a:pPr>
            <a:fld id="{4E59D4B0-E284-471D-BDA4-FA5028A86A8F}" type="slidenum">
              <a:rPr lang="en-US" altLang="en-US" sz="1400" smtClean="0"/>
              <a:pPr>
                <a:spcBef>
                  <a:spcPts val="13"/>
                </a:spcBef>
              </a:pPr>
              <a:t>8</a:t>
            </a:fld>
            <a:endParaRPr lang="en-US" altLang="en-US" sz="1400"/>
          </a:p>
        </p:txBody>
      </p:sp>
      <p:sp>
        <p:nvSpPr>
          <p:cNvPr id="33795" name="Rectangle 1">
            <a:extLst>
              <a:ext uri="{FF2B5EF4-FFF2-40B4-BE49-F238E27FC236}">
                <a16:creationId xmlns:a16="http://schemas.microsoft.com/office/drawing/2014/main" id="{7B9E23CD-1C8B-733C-5D37-87CA845DF2C5}"/>
              </a:ext>
            </a:extLst>
          </p:cNvPr>
          <p:cNvSpPr>
            <a:spLocks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6" name="Rectangle 2">
            <a:extLst>
              <a:ext uri="{FF2B5EF4-FFF2-40B4-BE49-F238E27FC236}">
                <a16:creationId xmlns:a16="http://schemas.microsoft.com/office/drawing/2014/main" id="{B816F9ED-4E28-BEAA-337C-079DA7FE1BE6}"/>
              </a:ext>
            </a:extLst>
          </p:cNvPr>
          <p:cNvSpPr>
            <a:spLocks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6">
            <a:extLst>
              <a:ext uri="{FF2B5EF4-FFF2-40B4-BE49-F238E27FC236}">
                <a16:creationId xmlns:a16="http://schemas.microsoft.com/office/drawing/2014/main" id="{5C625896-FE72-F995-FB0F-72E2696C988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5pPr>
            <a:lvl6pPr marL="2514600" indent="-2286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6pPr>
            <a:lvl7pPr marL="2971800" indent="-2286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7pPr>
            <a:lvl8pPr marL="3429000" indent="-2286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8pPr>
            <a:lvl9pPr marL="3886200" indent="-2286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9pPr>
          </a:lstStyle>
          <a:p>
            <a:pPr>
              <a:spcBef>
                <a:spcPts val="13"/>
              </a:spcBef>
            </a:pPr>
            <a:fld id="{B8E5C7AE-FCAD-495C-A196-9A5F818BCA2C}" type="slidenum">
              <a:rPr lang="en-US" altLang="en-US" sz="1400" smtClean="0"/>
              <a:pPr>
                <a:spcBef>
                  <a:spcPts val="13"/>
                </a:spcBef>
              </a:pPr>
              <a:t>9</a:t>
            </a:fld>
            <a:endParaRPr lang="en-US" altLang="en-US" sz="1400"/>
          </a:p>
        </p:txBody>
      </p:sp>
      <p:sp>
        <p:nvSpPr>
          <p:cNvPr id="35843" name="Rectangle 1">
            <a:extLst>
              <a:ext uri="{FF2B5EF4-FFF2-40B4-BE49-F238E27FC236}">
                <a16:creationId xmlns:a16="http://schemas.microsoft.com/office/drawing/2014/main" id="{FEC57300-CAAF-0B10-9D62-774C861B3EDC}"/>
              </a:ext>
            </a:extLst>
          </p:cNvPr>
          <p:cNvSpPr>
            <a:spLocks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4" name="Rectangle 2">
            <a:extLst>
              <a:ext uri="{FF2B5EF4-FFF2-40B4-BE49-F238E27FC236}">
                <a16:creationId xmlns:a16="http://schemas.microsoft.com/office/drawing/2014/main" id="{43A70DC8-FFB0-0D28-6C71-D8B65D0797D2}"/>
              </a:ext>
            </a:extLst>
          </p:cNvPr>
          <p:cNvSpPr>
            <a:spLocks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6">
            <a:extLst>
              <a:ext uri="{FF2B5EF4-FFF2-40B4-BE49-F238E27FC236}">
                <a16:creationId xmlns:a16="http://schemas.microsoft.com/office/drawing/2014/main" id="{31B41904-7EC6-2A0C-6C80-38F52A064B0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5pPr>
            <a:lvl6pPr marL="2514600" indent="-2286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6pPr>
            <a:lvl7pPr marL="2971800" indent="-2286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7pPr>
            <a:lvl8pPr marL="3429000" indent="-2286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8pPr>
            <a:lvl9pPr marL="3886200" indent="-228600" eaLnBrk="0" fontAlgn="base" hangingPunct="0">
              <a:spcBef>
                <a:spcPct val="30000"/>
              </a:spcBef>
              <a:spcAft>
                <a:spcPct val="0"/>
              </a:spcAft>
              <a:buClr>
                <a:srgbClr val="000000"/>
              </a:buClr>
              <a:buSzPct val="100000"/>
              <a:buFont typeface="Times New Roman" panose="02020603050405020304" pitchFamily="18" charset="0"/>
              <a:tabLst>
                <a:tab pos="914400" algn="l"/>
                <a:tab pos="1828800" algn="l"/>
                <a:tab pos="2743200" algn="l"/>
              </a:tabLst>
              <a:defRPr sz="1200">
                <a:solidFill>
                  <a:srgbClr val="000000"/>
                </a:solidFill>
                <a:latin typeface="Times New Roman" panose="02020603050405020304" pitchFamily="18" charset="0"/>
              </a:defRPr>
            </a:lvl9pPr>
          </a:lstStyle>
          <a:p>
            <a:pPr>
              <a:spcBef>
                <a:spcPts val="13"/>
              </a:spcBef>
            </a:pPr>
            <a:fld id="{83925C4E-54C7-42FC-8A3B-70FE0759E153}" type="slidenum">
              <a:rPr lang="en-US" altLang="en-US" sz="1400" smtClean="0"/>
              <a:pPr>
                <a:spcBef>
                  <a:spcPts val="13"/>
                </a:spcBef>
              </a:pPr>
              <a:t>10</a:t>
            </a:fld>
            <a:endParaRPr lang="en-US" altLang="en-US" sz="1400"/>
          </a:p>
        </p:txBody>
      </p:sp>
      <p:sp>
        <p:nvSpPr>
          <p:cNvPr id="37891" name="Rectangle 1">
            <a:extLst>
              <a:ext uri="{FF2B5EF4-FFF2-40B4-BE49-F238E27FC236}">
                <a16:creationId xmlns:a16="http://schemas.microsoft.com/office/drawing/2014/main" id="{71ECEC51-5D0B-352D-95E8-31D520D8E6A7}"/>
              </a:ext>
            </a:extLst>
          </p:cNvPr>
          <p:cNvSpPr>
            <a:spLocks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2" name="Rectangle 2">
            <a:extLst>
              <a:ext uri="{FF2B5EF4-FFF2-40B4-BE49-F238E27FC236}">
                <a16:creationId xmlns:a16="http://schemas.microsoft.com/office/drawing/2014/main" id="{A18FE67D-9DBF-0684-3988-969F569F6F65}"/>
              </a:ext>
            </a:extLst>
          </p:cNvPr>
          <p:cNvSpPr>
            <a:spLocks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6349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38936" y="2156282"/>
            <a:ext cx="7666126" cy="697230"/>
          </a:xfrm>
          <a:prstGeom prst="rect">
            <a:avLst/>
          </a:prstGeom>
        </p:spPr>
        <p:txBody>
          <a:bodyPr/>
          <a:lstStyle>
            <a:lvl1pPr>
              <a:defRPr b="0" i="0">
                <a:solidFill>
                  <a:schemeClr val="tx1"/>
                </a:solidFill>
              </a:defRPr>
            </a:lvl1pPr>
          </a:lstStyle>
          <a:p>
            <a:r>
              <a:rPr lang="en-US"/>
              <a:t>Click to edit Master title style</a:t>
            </a:r>
            <a:endParaRPr/>
          </a:p>
        </p:txBody>
      </p:sp>
      <p:sp>
        <p:nvSpPr>
          <p:cNvPr id="3" name="Holder 3"/>
          <p:cNvSpPr>
            <a:spLocks noGrp="1"/>
          </p:cNvSpPr>
          <p:nvPr>
            <p:ph type="subTitle" idx="4"/>
          </p:nvPr>
        </p:nvSpPr>
        <p:spPr>
          <a:xfrm>
            <a:off x="1371600" y="3840480"/>
            <a:ext cx="6400800" cy="1714500"/>
          </a:xfrm>
          <a:prstGeom prst="rect">
            <a:avLst/>
          </a:prstGeom>
        </p:spPr>
        <p:txBody>
          <a:bodyPr/>
          <a:lstStyle>
            <a:lvl1pPr>
              <a:defRPr/>
            </a:lvl1pPr>
          </a:lstStyle>
          <a:p>
            <a:r>
              <a:rPr lang="en-US"/>
              <a:t>Click to edit Master subtitle style</a:t>
            </a:r>
            <a:endParaRPr/>
          </a:p>
        </p:txBody>
      </p:sp>
      <p:sp>
        <p:nvSpPr>
          <p:cNvPr id="4" name="Holder 4">
            <a:extLst>
              <a:ext uri="{FF2B5EF4-FFF2-40B4-BE49-F238E27FC236}">
                <a16:creationId xmlns:a16="http://schemas.microsoft.com/office/drawing/2014/main" id="{0BDB3AF0-2A54-E29A-AB70-5AF71538A263}"/>
              </a:ext>
            </a:extLst>
          </p:cNvPr>
          <p:cNvSpPr>
            <a:spLocks noGrp="1"/>
          </p:cNvSpPr>
          <p:nvPr>
            <p:ph type="ftr" sz="quarter" idx="10"/>
          </p:nvPr>
        </p:nvSpPr>
        <p:spPr/>
        <p:txBody>
          <a:bodyPr/>
          <a:lstStyle>
            <a:lvl1pPr>
              <a:defRPr/>
            </a:lvl1pPr>
          </a:lstStyle>
          <a:p>
            <a:pPr>
              <a:defRPr/>
            </a:pPr>
            <a:endParaRPr/>
          </a:p>
        </p:txBody>
      </p:sp>
      <p:sp>
        <p:nvSpPr>
          <p:cNvPr id="5" name="Holder 5">
            <a:extLst>
              <a:ext uri="{FF2B5EF4-FFF2-40B4-BE49-F238E27FC236}">
                <a16:creationId xmlns:a16="http://schemas.microsoft.com/office/drawing/2014/main" id="{8F9CBC5E-B744-8303-A293-E91E9A052938}"/>
              </a:ext>
            </a:extLst>
          </p:cNvPr>
          <p:cNvSpPr>
            <a:spLocks noGrp="1"/>
          </p:cNvSpPr>
          <p:nvPr>
            <p:ph type="dt" sz="half" idx="11"/>
          </p:nvPr>
        </p:nvSpPr>
        <p:spPr/>
        <p:txBody>
          <a:bodyPr/>
          <a:lstStyle>
            <a:lvl1pPr>
              <a:defRPr/>
            </a:lvl1pPr>
          </a:lstStyle>
          <a:p>
            <a:endParaRPr lang="en-IN"/>
          </a:p>
        </p:txBody>
      </p:sp>
      <p:sp>
        <p:nvSpPr>
          <p:cNvPr id="6" name="Holder 6">
            <a:extLst>
              <a:ext uri="{FF2B5EF4-FFF2-40B4-BE49-F238E27FC236}">
                <a16:creationId xmlns:a16="http://schemas.microsoft.com/office/drawing/2014/main" id="{75C936BF-AD96-628B-569E-9F392A459FAA}"/>
              </a:ext>
            </a:extLst>
          </p:cNvPr>
          <p:cNvSpPr>
            <a:spLocks noGrp="1"/>
          </p:cNvSpPr>
          <p:nvPr>
            <p:ph type="sldNum" sz="quarter" idx="12"/>
          </p:nvPr>
        </p:nvSpPr>
        <p:spPr/>
        <p:txBody>
          <a:bodyPr/>
          <a:lstStyle>
            <a:lvl1pPr>
              <a:defRPr/>
            </a:lvl1pPr>
          </a:lstStyle>
          <a:p>
            <a:pPr>
              <a:defRPr/>
            </a:pPr>
            <a:fld id="{36304BBA-87C4-4BF2-A23E-8D858119657C}" type="slidenum">
              <a:rPr/>
              <a:pPr>
                <a:defRPr/>
              </a:pPr>
              <a:t>‹#›</a:t>
            </a:fld>
            <a:endParaRPr/>
          </a:p>
        </p:txBody>
      </p:sp>
    </p:spTree>
    <p:extLst>
      <p:ext uri="{BB962C8B-B14F-4D97-AF65-F5344CB8AC3E}">
        <p14:creationId xmlns:p14="http://schemas.microsoft.com/office/powerpoint/2010/main" val="27555444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200" b="0" i="0">
                <a:solidFill>
                  <a:srgbClr val="FF0000"/>
                </a:solidFill>
                <a:latin typeface="Calibri"/>
                <a:cs typeface="Calibri"/>
              </a:defRPr>
            </a:lvl1pPr>
          </a:lstStyle>
          <a:p>
            <a:r>
              <a:rPr lang="en-US"/>
              <a:t>Click to edit Master title style</a:t>
            </a:r>
            <a:endParaRPr/>
          </a:p>
        </p:txBody>
      </p:sp>
      <p:sp>
        <p:nvSpPr>
          <p:cNvPr id="3" name="Holder 3"/>
          <p:cNvSpPr>
            <a:spLocks noGrp="1"/>
          </p:cNvSpPr>
          <p:nvPr>
            <p:ph type="body" idx="1"/>
          </p:nvPr>
        </p:nvSpPr>
        <p:spPr/>
        <p:txBody>
          <a:bodyPr/>
          <a:lstStyle>
            <a:lvl1pPr>
              <a:defRPr b="0" i="0">
                <a:solidFill>
                  <a:schemeClr val="tx1"/>
                </a:solidFill>
              </a:defRPr>
            </a:lvl1pPr>
          </a:lstStyle>
          <a:p>
            <a:pPr lvl="0"/>
            <a:r>
              <a:rPr lang="en-US"/>
              <a:t>Click to edit Master text styles</a:t>
            </a:r>
          </a:p>
        </p:txBody>
      </p:sp>
      <p:sp>
        <p:nvSpPr>
          <p:cNvPr id="4" name="Holder 4">
            <a:extLst>
              <a:ext uri="{FF2B5EF4-FFF2-40B4-BE49-F238E27FC236}">
                <a16:creationId xmlns:a16="http://schemas.microsoft.com/office/drawing/2014/main" id="{17ECFC81-D6DC-0582-583F-EAA646F6A4D8}"/>
              </a:ext>
            </a:extLst>
          </p:cNvPr>
          <p:cNvSpPr>
            <a:spLocks noGrp="1"/>
          </p:cNvSpPr>
          <p:nvPr>
            <p:ph type="ftr" sz="quarter" idx="10"/>
          </p:nvPr>
        </p:nvSpPr>
        <p:spPr/>
        <p:txBody>
          <a:bodyPr/>
          <a:lstStyle>
            <a:lvl1pPr>
              <a:defRPr/>
            </a:lvl1pPr>
          </a:lstStyle>
          <a:p>
            <a:pPr>
              <a:defRPr/>
            </a:pPr>
            <a:endParaRPr/>
          </a:p>
        </p:txBody>
      </p:sp>
      <p:sp>
        <p:nvSpPr>
          <p:cNvPr id="5" name="Holder 5">
            <a:extLst>
              <a:ext uri="{FF2B5EF4-FFF2-40B4-BE49-F238E27FC236}">
                <a16:creationId xmlns:a16="http://schemas.microsoft.com/office/drawing/2014/main" id="{060D0189-8B3E-C32E-B32C-267631575A4F}"/>
              </a:ext>
            </a:extLst>
          </p:cNvPr>
          <p:cNvSpPr>
            <a:spLocks noGrp="1"/>
          </p:cNvSpPr>
          <p:nvPr>
            <p:ph type="dt" sz="half" idx="11"/>
          </p:nvPr>
        </p:nvSpPr>
        <p:spPr/>
        <p:txBody>
          <a:bodyPr/>
          <a:lstStyle>
            <a:lvl1pPr>
              <a:defRPr/>
            </a:lvl1pPr>
          </a:lstStyle>
          <a:p>
            <a:endParaRPr lang="en-IN"/>
          </a:p>
        </p:txBody>
      </p:sp>
      <p:sp>
        <p:nvSpPr>
          <p:cNvPr id="6" name="Holder 6">
            <a:extLst>
              <a:ext uri="{FF2B5EF4-FFF2-40B4-BE49-F238E27FC236}">
                <a16:creationId xmlns:a16="http://schemas.microsoft.com/office/drawing/2014/main" id="{E3C67EAD-8E35-2334-5D37-34264F2CC424}"/>
              </a:ext>
            </a:extLst>
          </p:cNvPr>
          <p:cNvSpPr>
            <a:spLocks noGrp="1"/>
          </p:cNvSpPr>
          <p:nvPr>
            <p:ph type="sldNum" sz="quarter" idx="12"/>
          </p:nvPr>
        </p:nvSpPr>
        <p:spPr/>
        <p:txBody>
          <a:bodyPr/>
          <a:lstStyle>
            <a:lvl1pPr>
              <a:defRPr/>
            </a:lvl1pPr>
          </a:lstStyle>
          <a:p>
            <a:pPr>
              <a:defRPr/>
            </a:pPr>
            <a:fld id="{5926D435-967C-4152-9AC7-3A8AAE09D754}" type="slidenum">
              <a:rPr/>
              <a:pPr>
                <a:defRPr/>
              </a:pPr>
              <a:t>‹#›</a:t>
            </a:fld>
            <a:endParaRPr/>
          </a:p>
        </p:txBody>
      </p:sp>
    </p:spTree>
    <p:extLst>
      <p:ext uri="{BB962C8B-B14F-4D97-AF65-F5344CB8AC3E}">
        <p14:creationId xmlns:p14="http://schemas.microsoft.com/office/powerpoint/2010/main" val="1697515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200" b="0" i="0">
                <a:solidFill>
                  <a:srgbClr val="FF0000"/>
                </a:solidFill>
                <a:latin typeface="Calibri"/>
                <a:cs typeface="Calibri"/>
              </a:defRPr>
            </a:lvl1pPr>
          </a:lstStyle>
          <a:p>
            <a:r>
              <a:rPr lang="en-US"/>
              <a:t>Click to edit Master title style</a:t>
            </a:r>
            <a:endParaRPr/>
          </a:p>
        </p:txBody>
      </p:sp>
      <p:sp>
        <p:nvSpPr>
          <p:cNvPr id="3" name="Holder 3"/>
          <p:cNvSpPr>
            <a:spLocks noGrp="1"/>
          </p:cNvSpPr>
          <p:nvPr>
            <p:ph sz="half" idx="2"/>
          </p:nvPr>
        </p:nvSpPr>
        <p:spPr>
          <a:xfrm>
            <a:off x="457200" y="1577340"/>
            <a:ext cx="3977640" cy="4526280"/>
          </a:xfrm>
          <a:prstGeom prst="rect">
            <a:avLst/>
          </a:prstGeom>
        </p:spPr>
        <p:txBody>
          <a:bodyPr/>
          <a:lstStyle>
            <a:lvl1pPr>
              <a:defRPr/>
            </a:lvl1pPr>
          </a:lstStyle>
          <a:p>
            <a:pPr lvl="0"/>
            <a:r>
              <a:rPr lang="en-US"/>
              <a:t>Click to edit Master text styles</a:t>
            </a:r>
          </a:p>
        </p:txBody>
      </p:sp>
      <p:sp>
        <p:nvSpPr>
          <p:cNvPr id="4" name="Holder 4"/>
          <p:cNvSpPr>
            <a:spLocks noGrp="1"/>
          </p:cNvSpPr>
          <p:nvPr>
            <p:ph sz="half" idx="3"/>
          </p:nvPr>
        </p:nvSpPr>
        <p:spPr>
          <a:xfrm>
            <a:off x="4709160" y="1577340"/>
            <a:ext cx="3977640" cy="4526280"/>
          </a:xfrm>
          <a:prstGeom prst="rect">
            <a:avLst/>
          </a:prstGeom>
        </p:spPr>
        <p:txBody>
          <a:bodyPr/>
          <a:lstStyle>
            <a:lvl1pPr>
              <a:defRPr/>
            </a:lvl1pPr>
          </a:lstStyle>
          <a:p>
            <a:pPr lvl="0"/>
            <a:r>
              <a:rPr lang="en-US"/>
              <a:t>Click to edit Master text styles</a:t>
            </a:r>
          </a:p>
        </p:txBody>
      </p:sp>
      <p:sp>
        <p:nvSpPr>
          <p:cNvPr id="5" name="Holder 4">
            <a:extLst>
              <a:ext uri="{FF2B5EF4-FFF2-40B4-BE49-F238E27FC236}">
                <a16:creationId xmlns:a16="http://schemas.microsoft.com/office/drawing/2014/main" id="{5BF19F82-69E1-0CAA-21A9-4E1175F085BC}"/>
              </a:ext>
            </a:extLst>
          </p:cNvPr>
          <p:cNvSpPr>
            <a:spLocks noGrp="1"/>
          </p:cNvSpPr>
          <p:nvPr>
            <p:ph type="ftr" sz="quarter" idx="10"/>
          </p:nvPr>
        </p:nvSpPr>
        <p:spPr/>
        <p:txBody>
          <a:bodyPr/>
          <a:lstStyle>
            <a:lvl1pPr>
              <a:defRPr/>
            </a:lvl1pPr>
          </a:lstStyle>
          <a:p>
            <a:pPr>
              <a:defRPr/>
            </a:pPr>
            <a:endParaRPr/>
          </a:p>
        </p:txBody>
      </p:sp>
      <p:sp>
        <p:nvSpPr>
          <p:cNvPr id="6" name="Holder 5">
            <a:extLst>
              <a:ext uri="{FF2B5EF4-FFF2-40B4-BE49-F238E27FC236}">
                <a16:creationId xmlns:a16="http://schemas.microsoft.com/office/drawing/2014/main" id="{1673359E-E1D5-3814-4665-4F7F10669B5E}"/>
              </a:ext>
            </a:extLst>
          </p:cNvPr>
          <p:cNvSpPr>
            <a:spLocks noGrp="1"/>
          </p:cNvSpPr>
          <p:nvPr>
            <p:ph type="dt" sz="half" idx="11"/>
          </p:nvPr>
        </p:nvSpPr>
        <p:spPr/>
        <p:txBody>
          <a:bodyPr/>
          <a:lstStyle>
            <a:lvl1pPr>
              <a:defRPr/>
            </a:lvl1pPr>
          </a:lstStyle>
          <a:p>
            <a:endParaRPr lang="en-IN"/>
          </a:p>
        </p:txBody>
      </p:sp>
      <p:sp>
        <p:nvSpPr>
          <p:cNvPr id="7" name="Holder 6">
            <a:extLst>
              <a:ext uri="{FF2B5EF4-FFF2-40B4-BE49-F238E27FC236}">
                <a16:creationId xmlns:a16="http://schemas.microsoft.com/office/drawing/2014/main" id="{49487E43-A880-6E62-03AC-F2DD837C4E05}"/>
              </a:ext>
            </a:extLst>
          </p:cNvPr>
          <p:cNvSpPr>
            <a:spLocks noGrp="1"/>
          </p:cNvSpPr>
          <p:nvPr>
            <p:ph type="sldNum" sz="quarter" idx="12"/>
          </p:nvPr>
        </p:nvSpPr>
        <p:spPr/>
        <p:txBody>
          <a:bodyPr/>
          <a:lstStyle>
            <a:lvl1pPr>
              <a:defRPr/>
            </a:lvl1pPr>
          </a:lstStyle>
          <a:p>
            <a:pPr>
              <a:defRPr/>
            </a:pPr>
            <a:fld id="{299C7AA2-A09E-474B-85C9-5A2A11E3B5C0}" type="slidenum">
              <a:rPr/>
              <a:pPr>
                <a:defRPr/>
              </a:pPr>
              <a:t>‹#›</a:t>
            </a:fld>
            <a:endParaRPr/>
          </a:p>
        </p:txBody>
      </p:sp>
    </p:spTree>
    <p:extLst>
      <p:ext uri="{BB962C8B-B14F-4D97-AF65-F5344CB8AC3E}">
        <p14:creationId xmlns:p14="http://schemas.microsoft.com/office/powerpoint/2010/main" val="62807027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200" b="0" i="0">
                <a:solidFill>
                  <a:srgbClr val="FF0000"/>
                </a:solidFill>
                <a:latin typeface="Calibri"/>
                <a:cs typeface="Calibri"/>
              </a:defRPr>
            </a:lvl1pPr>
          </a:lstStyle>
          <a:p>
            <a:r>
              <a:rPr lang="en-US"/>
              <a:t>Click to edit Master title style</a:t>
            </a:r>
            <a:endParaRPr/>
          </a:p>
        </p:txBody>
      </p:sp>
      <p:sp>
        <p:nvSpPr>
          <p:cNvPr id="3" name="Holder 4">
            <a:extLst>
              <a:ext uri="{FF2B5EF4-FFF2-40B4-BE49-F238E27FC236}">
                <a16:creationId xmlns:a16="http://schemas.microsoft.com/office/drawing/2014/main" id="{8C38390D-E5DA-573A-CA06-0043B6CB31C1}"/>
              </a:ext>
            </a:extLst>
          </p:cNvPr>
          <p:cNvSpPr>
            <a:spLocks noGrp="1"/>
          </p:cNvSpPr>
          <p:nvPr>
            <p:ph type="ftr" sz="quarter" idx="10"/>
          </p:nvPr>
        </p:nvSpPr>
        <p:spPr/>
        <p:txBody>
          <a:bodyPr/>
          <a:lstStyle>
            <a:lvl1pPr>
              <a:defRPr/>
            </a:lvl1pPr>
          </a:lstStyle>
          <a:p>
            <a:pPr>
              <a:defRPr/>
            </a:pPr>
            <a:endParaRPr/>
          </a:p>
        </p:txBody>
      </p:sp>
      <p:sp>
        <p:nvSpPr>
          <p:cNvPr id="4" name="Holder 5">
            <a:extLst>
              <a:ext uri="{FF2B5EF4-FFF2-40B4-BE49-F238E27FC236}">
                <a16:creationId xmlns:a16="http://schemas.microsoft.com/office/drawing/2014/main" id="{76A7C744-35BC-A020-ACD1-8CEC32DCDFC2}"/>
              </a:ext>
            </a:extLst>
          </p:cNvPr>
          <p:cNvSpPr>
            <a:spLocks noGrp="1"/>
          </p:cNvSpPr>
          <p:nvPr>
            <p:ph type="dt" sz="half" idx="11"/>
          </p:nvPr>
        </p:nvSpPr>
        <p:spPr/>
        <p:txBody>
          <a:bodyPr/>
          <a:lstStyle>
            <a:lvl1pPr>
              <a:defRPr/>
            </a:lvl1pPr>
          </a:lstStyle>
          <a:p>
            <a:endParaRPr lang="en-IN"/>
          </a:p>
        </p:txBody>
      </p:sp>
      <p:sp>
        <p:nvSpPr>
          <p:cNvPr id="5" name="Holder 6">
            <a:extLst>
              <a:ext uri="{FF2B5EF4-FFF2-40B4-BE49-F238E27FC236}">
                <a16:creationId xmlns:a16="http://schemas.microsoft.com/office/drawing/2014/main" id="{3BC5C6DF-FA29-3DDA-2ABF-B68839AC4329}"/>
              </a:ext>
            </a:extLst>
          </p:cNvPr>
          <p:cNvSpPr>
            <a:spLocks noGrp="1"/>
          </p:cNvSpPr>
          <p:nvPr>
            <p:ph type="sldNum" sz="quarter" idx="12"/>
          </p:nvPr>
        </p:nvSpPr>
        <p:spPr/>
        <p:txBody>
          <a:bodyPr/>
          <a:lstStyle>
            <a:lvl1pPr>
              <a:defRPr/>
            </a:lvl1pPr>
          </a:lstStyle>
          <a:p>
            <a:pPr>
              <a:defRPr/>
            </a:pPr>
            <a:fld id="{9EE18E1D-5C67-40FA-ABB3-BEC4F3FC10D2}" type="slidenum">
              <a:rPr/>
              <a:pPr>
                <a:defRPr/>
              </a:pPr>
              <a:t>‹#›</a:t>
            </a:fld>
            <a:endParaRPr/>
          </a:p>
        </p:txBody>
      </p:sp>
    </p:spTree>
    <p:extLst>
      <p:ext uri="{BB962C8B-B14F-4D97-AF65-F5344CB8AC3E}">
        <p14:creationId xmlns:p14="http://schemas.microsoft.com/office/powerpoint/2010/main" val="156614158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4">
            <a:extLst>
              <a:ext uri="{FF2B5EF4-FFF2-40B4-BE49-F238E27FC236}">
                <a16:creationId xmlns:a16="http://schemas.microsoft.com/office/drawing/2014/main" id="{D1CDD706-F2D1-1AEA-2FE7-B0F2F6297D97}"/>
              </a:ext>
            </a:extLst>
          </p:cNvPr>
          <p:cNvSpPr>
            <a:spLocks noGrp="1"/>
          </p:cNvSpPr>
          <p:nvPr>
            <p:ph type="ftr" sz="quarter" idx="10"/>
          </p:nvPr>
        </p:nvSpPr>
        <p:spPr/>
        <p:txBody>
          <a:bodyPr/>
          <a:lstStyle>
            <a:lvl1pPr>
              <a:defRPr/>
            </a:lvl1pPr>
          </a:lstStyle>
          <a:p>
            <a:endParaRPr lang="en-IN"/>
          </a:p>
        </p:txBody>
      </p:sp>
      <p:sp>
        <p:nvSpPr>
          <p:cNvPr id="3" name="Holder 5">
            <a:extLst>
              <a:ext uri="{FF2B5EF4-FFF2-40B4-BE49-F238E27FC236}">
                <a16:creationId xmlns:a16="http://schemas.microsoft.com/office/drawing/2014/main" id="{F547E8D4-B1EC-B238-ED79-C8603150E502}"/>
              </a:ext>
            </a:extLst>
          </p:cNvPr>
          <p:cNvSpPr>
            <a:spLocks noGrp="1"/>
          </p:cNvSpPr>
          <p:nvPr>
            <p:ph type="dt" sz="half" idx="11"/>
          </p:nvPr>
        </p:nvSpPr>
        <p:spPr/>
        <p:txBody>
          <a:bodyPr/>
          <a:lstStyle>
            <a:lvl1pPr>
              <a:defRPr/>
            </a:lvl1pPr>
          </a:lstStyle>
          <a:p>
            <a:endParaRPr lang="en-IN"/>
          </a:p>
        </p:txBody>
      </p:sp>
      <p:sp>
        <p:nvSpPr>
          <p:cNvPr id="4" name="Holder 6">
            <a:extLst>
              <a:ext uri="{FF2B5EF4-FFF2-40B4-BE49-F238E27FC236}">
                <a16:creationId xmlns:a16="http://schemas.microsoft.com/office/drawing/2014/main" id="{CB04B554-FCC5-D9D4-B6CE-AC9E60477FF8}"/>
              </a:ext>
            </a:extLst>
          </p:cNvPr>
          <p:cNvSpPr>
            <a:spLocks noGrp="1"/>
          </p:cNvSpPr>
          <p:nvPr>
            <p:ph type="sldNum" sz="quarter" idx="12"/>
          </p:nvPr>
        </p:nvSpPr>
        <p:spPr/>
        <p:txBody>
          <a:bodyPr/>
          <a:lstStyle>
            <a:lvl1pPr>
              <a:defRPr/>
            </a:lvl1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34719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13"/>
        <p:cNvGrpSpPr/>
        <p:nvPr/>
      </p:nvGrpSpPr>
      <p:grpSpPr>
        <a:xfrm>
          <a:off x="0" y="0"/>
          <a:ext cx="0" cy="0"/>
          <a:chOff x="0" y="0"/>
          <a:chExt cx="0" cy="0"/>
        </a:xfrm>
      </p:grpSpPr>
      <p:sp>
        <p:nvSpPr>
          <p:cNvPr id="14" name="Google Shape;14;p2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 name="Google Shape;15;p2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6" name="Google Shape;16;p25"/>
          <p:cNvSpPr txBox="1">
            <a:spLocks noGrp="1"/>
          </p:cNvSpPr>
          <p:nvPr>
            <p:ph type="dt" idx="10"/>
          </p:nvPr>
        </p:nvSpPr>
        <p:spPr>
          <a:xfrm>
            <a:off x="457200" y="6356350"/>
            <a:ext cx="512286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rgbClr val="898989"/>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775463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0B4FB4-92B0-4B03-8877-1ABBC6A29282}"/>
              </a:ext>
            </a:extLst>
          </p:cNvPr>
          <p:cNvSpPr/>
          <p:nvPr userDrawn="1"/>
        </p:nvSpPr>
        <p:spPr>
          <a:xfrm>
            <a:off x="0" y="6778627"/>
            <a:ext cx="9144000" cy="79375"/>
          </a:xfrm>
          <a:prstGeom prst="rect">
            <a:avLst/>
          </a:prstGeom>
          <a:solidFill>
            <a:srgbClr val="ED771F"/>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en-US" sz="1013" kern="0">
              <a:solidFill>
                <a:srgbClr val="FFFFFF"/>
              </a:solidFill>
            </a:endParaRPr>
          </a:p>
        </p:txBody>
      </p:sp>
      <p:sp>
        <p:nvSpPr>
          <p:cNvPr id="3" name="Rectangle 2">
            <a:extLst>
              <a:ext uri="{FF2B5EF4-FFF2-40B4-BE49-F238E27FC236}">
                <a16:creationId xmlns:a16="http://schemas.microsoft.com/office/drawing/2014/main" id="{D70383CE-66B3-49D6-A737-C885797C4908}"/>
              </a:ext>
            </a:extLst>
          </p:cNvPr>
          <p:cNvSpPr/>
          <p:nvPr userDrawn="1"/>
        </p:nvSpPr>
        <p:spPr>
          <a:xfrm>
            <a:off x="1558926" y="431800"/>
            <a:ext cx="6080125"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p>
        </p:txBody>
      </p:sp>
      <p:pic>
        <p:nvPicPr>
          <p:cNvPr id="4" name="Picture 4">
            <a:extLst>
              <a:ext uri="{FF2B5EF4-FFF2-40B4-BE49-F238E27FC236}">
                <a16:creationId xmlns:a16="http://schemas.microsoft.com/office/drawing/2014/main" id="{A75A6FD3-E9D7-4EFF-9DEA-D1DDC040468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6051" y="177800"/>
            <a:ext cx="116046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a:extLst>
              <a:ext uri="{FF2B5EF4-FFF2-40B4-BE49-F238E27FC236}">
                <a16:creationId xmlns:a16="http://schemas.microsoft.com/office/drawing/2014/main" id="{A9486E07-92DC-42F1-A094-76E347B1D693}"/>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46063" y="177802"/>
            <a:ext cx="1185862"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5728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bg object 16">
            <a:extLst>
              <a:ext uri="{FF2B5EF4-FFF2-40B4-BE49-F238E27FC236}">
                <a16:creationId xmlns:a16="http://schemas.microsoft.com/office/drawing/2014/main" id="{38B6D224-360A-DCAD-CED2-F6685538F8DB}"/>
              </a:ext>
            </a:extLst>
          </p:cNvPr>
          <p:cNvSpPr>
            <a:spLocks/>
          </p:cNvSpPr>
          <p:nvPr/>
        </p:nvSpPr>
        <p:spPr bwMode="auto">
          <a:xfrm>
            <a:off x="0" y="6400800"/>
            <a:ext cx="9144000" cy="377825"/>
          </a:xfrm>
          <a:custGeom>
            <a:avLst/>
            <a:gdLst>
              <a:gd name="T0" fmla="*/ 0 w 9144000"/>
              <a:gd name="T1" fmla="*/ 377825 h 377825"/>
              <a:gd name="T2" fmla="*/ 9144000 w 9144000"/>
              <a:gd name="T3" fmla="*/ 377825 h 377825"/>
              <a:gd name="T4" fmla="*/ 9144000 w 9144000"/>
              <a:gd name="T5" fmla="*/ 0 h 377825"/>
              <a:gd name="T6" fmla="*/ 0 w 9144000"/>
              <a:gd name="T7" fmla="*/ 0 h 377825"/>
              <a:gd name="T8" fmla="*/ 0 w 9144000"/>
              <a:gd name="T9" fmla="*/ 377825 h 377825"/>
            </a:gdLst>
            <a:ahLst/>
            <a:cxnLst>
              <a:cxn ang="0">
                <a:pos x="T0" y="T1"/>
              </a:cxn>
              <a:cxn ang="0">
                <a:pos x="T2" y="T3"/>
              </a:cxn>
              <a:cxn ang="0">
                <a:pos x="T4" y="T5"/>
              </a:cxn>
              <a:cxn ang="0">
                <a:pos x="T6" y="T7"/>
              </a:cxn>
              <a:cxn ang="0">
                <a:pos x="T8" y="T9"/>
              </a:cxn>
            </a:cxnLst>
            <a:rect l="0" t="0" r="r" b="b"/>
            <a:pathLst>
              <a:path w="9144000" h="377825">
                <a:moveTo>
                  <a:pt x="0" y="377825"/>
                </a:moveTo>
                <a:lnTo>
                  <a:pt x="9144000" y="377825"/>
                </a:lnTo>
                <a:lnTo>
                  <a:pt x="9144000" y="0"/>
                </a:lnTo>
                <a:lnTo>
                  <a:pt x="0" y="0"/>
                </a:lnTo>
                <a:lnTo>
                  <a:pt x="0" y="377825"/>
                </a:lnTo>
                <a:close/>
              </a:path>
            </a:pathLst>
          </a:custGeom>
          <a:solidFill>
            <a:srgbClr val="BC572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1027" name="bg object 17">
            <a:extLst>
              <a:ext uri="{FF2B5EF4-FFF2-40B4-BE49-F238E27FC236}">
                <a16:creationId xmlns:a16="http://schemas.microsoft.com/office/drawing/2014/main" id="{FB55ADC6-973D-54AE-303B-FDC5B1EFA0DB}"/>
              </a:ext>
            </a:extLst>
          </p:cNvPr>
          <p:cNvSpPr>
            <a:spLocks/>
          </p:cNvSpPr>
          <p:nvPr/>
        </p:nvSpPr>
        <p:spPr bwMode="auto">
          <a:xfrm>
            <a:off x="0" y="6334125"/>
            <a:ext cx="9144000" cy="66675"/>
          </a:xfrm>
          <a:custGeom>
            <a:avLst/>
            <a:gdLst>
              <a:gd name="T0" fmla="*/ 9144000 w 9144000"/>
              <a:gd name="T1" fmla="*/ 0 h 66675"/>
              <a:gd name="T2" fmla="*/ 0 w 9144000"/>
              <a:gd name="T3" fmla="*/ 0 h 66675"/>
              <a:gd name="T4" fmla="*/ 0 w 9144000"/>
              <a:gd name="T5" fmla="*/ 66675 h 66675"/>
              <a:gd name="T6" fmla="*/ 9144000 w 9144000"/>
              <a:gd name="T7" fmla="*/ 66675 h 66675"/>
              <a:gd name="T8" fmla="*/ 9144000 w 9144000"/>
              <a:gd name="T9" fmla="*/ 0 h 66675"/>
            </a:gdLst>
            <a:ahLst/>
            <a:cxnLst>
              <a:cxn ang="0">
                <a:pos x="T0" y="T1"/>
              </a:cxn>
              <a:cxn ang="0">
                <a:pos x="T2" y="T3"/>
              </a:cxn>
              <a:cxn ang="0">
                <a:pos x="T4" y="T5"/>
              </a:cxn>
              <a:cxn ang="0">
                <a:pos x="T6" y="T7"/>
              </a:cxn>
              <a:cxn ang="0">
                <a:pos x="T8" y="T9"/>
              </a:cxn>
            </a:cxnLst>
            <a:rect l="0" t="0" r="r" b="b"/>
            <a:pathLst>
              <a:path w="9144000" h="66675">
                <a:moveTo>
                  <a:pt x="9144000" y="0"/>
                </a:moveTo>
                <a:lnTo>
                  <a:pt x="0" y="0"/>
                </a:lnTo>
                <a:lnTo>
                  <a:pt x="0" y="66675"/>
                </a:lnTo>
                <a:lnTo>
                  <a:pt x="9144000" y="66675"/>
                </a:lnTo>
                <a:lnTo>
                  <a:pt x="9144000" y="0"/>
                </a:lnTo>
                <a:close/>
              </a:path>
            </a:pathLst>
          </a:custGeom>
          <a:solidFill>
            <a:srgbClr val="E3831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1028" name="bg object 18">
            <a:extLst>
              <a:ext uri="{FF2B5EF4-FFF2-40B4-BE49-F238E27FC236}">
                <a16:creationId xmlns:a16="http://schemas.microsoft.com/office/drawing/2014/main" id="{6F8D45B5-A1AA-CAF6-8F8D-93B94696096C}"/>
              </a:ext>
            </a:extLst>
          </p:cNvPr>
          <p:cNvSpPr>
            <a:spLocks/>
          </p:cNvSpPr>
          <p:nvPr/>
        </p:nvSpPr>
        <p:spPr bwMode="auto">
          <a:xfrm>
            <a:off x="895350" y="1738313"/>
            <a:ext cx="7475538" cy="0"/>
          </a:xfrm>
          <a:custGeom>
            <a:avLst/>
            <a:gdLst>
              <a:gd name="T0" fmla="*/ 0 w 7475855"/>
              <a:gd name="T1" fmla="*/ 7475601 w 7475855"/>
            </a:gdLst>
            <a:ahLst/>
            <a:cxnLst>
              <a:cxn ang="0">
                <a:pos x="T0" y="0"/>
              </a:cxn>
              <a:cxn ang="0">
                <a:pos x="T1" y="0"/>
              </a:cxn>
            </a:cxnLst>
            <a:rect l="0" t="0" r="r" b="b"/>
            <a:pathLst>
              <a:path w="7475855">
                <a:moveTo>
                  <a:pt x="0" y="0"/>
                </a:moveTo>
                <a:lnTo>
                  <a:pt x="7475601" y="0"/>
                </a:lnTo>
              </a:path>
            </a:pathLst>
          </a:custGeom>
          <a:noFill/>
          <a:ln w="6350">
            <a:solidFill>
              <a:srgbClr val="7E7E7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9" name="bg object 19">
            <a:extLst>
              <a:ext uri="{FF2B5EF4-FFF2-40B4-BE49-F238E27FC236}">
                <a16:creationId xmlns:a16="http://schemas.microsoft.com/office/drawing/2014/main" id="{3D74A175-D9BD-E594-4382-65F2DD62AC96}"/>
              </a:ext>
            </a:extLst>
          </p:cNvPr>
          <p:cNvSpPr>
            <a:spLocks/>
          </p:cNvSpPr>
          <p:nvPr/>
        </p:nvSpPr>
        <p:spPr bwMode="auto">
          <a:xfrm>
            <a:off x="0" y="6778625"/>
            <a:ext cx="9144000" cy="79375"/>
          </a:xfrm>
          <a:custGeom>
            <a:avLst/>
            <a:gdLst>
              <a:gd name="T0" fmla="*/ 9144000 w 9144000"/>
              <a:gd name="T1" fmla="*/ 0 h 79375"/>
              <a:gd name="T2" fmla="*/ 0 w 9144000"/>
              <a:gd name="T3" fmla="*/ 0 h 79375"/>
              <a:gd name="T4" fmla="*/ 0 w 9144000"/>
              <a:gd name="T5" fmla="*/ 79375 h 79375"/>
              <a:gd name="T6" fmla="*/ 9144000 w 9144000"/>
              <a:gd name="T7" fmla="*/ 79375 h 79375"/>
              <a:gd name="T8" fmla="*/ 9144000 w 9144000"/>
              <a:gd name="T9" fmla="*/ 0 h 79375"/>
            </a:gdLst>
            <a:ahLst/>
            <a:cxnLst>
              <a:cxn ang="0">
                <a:pos x="T0" y="T1"/>
              </a:cxn>
              <a:cxn ang="0">
                <a:pos x="T2" y="T3"/>
              </a:cxn>
              <a:cxn ang="0">
                <a:pos x="T4" y="T5"/>
              </a:cxn>
              <a:cxn ang="0">
                <a:pos x="T6" y="T7"/>
              </a:cxn>
              <a:cxn ang="0">
                <a:pos x="T8" y="T9"/>
              </a:cxn>
            </a:cxnLst>
            <a:rect l="0" t="0" r="r" b="b"/>
            <a:pathLst>
              <a:path w="9144000" h="79375">
                <a:moveTo>
                  <a:pt x="9144000" y="0"/>
                </a:moveTo>
                <a:lnTo>
                  <a:pt x="0" y="0"/>
                </a:lnTo>
                <a:lnTo>
                  <a:pt x="0" y="79375"/>
                </a:lnTo>
                <a:lnTo>
                  <a:pt x="9144000" y="79375"/>
                </a:lnTo>
                <a:lnTo>
                  <a:pt x="9144000" y="0"/>
                </a:lnTo>
                <a:close/>
              </a:path>
            </a:pathLst>
          </a:custGeom>
          <a:solidFill>
            <a:srgbClr val="EC771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1030" name="bg object 20">
            <a:extLst>
              <a:ext uri="{FF2B5EF4-FFF2-40B4-BE49-F238E27FC236}">
                <a16:creationId xmlns:a16="http://schemas.microsoft.com/office/drawing/2014/main" id="{AFD48CA7-8CBF-52F2-2B93-60FE92200F9F}"/>
              </a:ext>
            </a:extLst>
          </p:cNvPr>
          <p:cNvSpPr>
            <a:spLocks/>
          </p:cNvSpPr>
          <p:nvPr/>
        </p:nvSpPr>
        <p:spPr bwMode="auto">
          <a:xfrm>
            <a:off x="1558925" y="431800"/>
            <a:ext cx="6080125" cy="46038"/>
          </a:xfrm>
          <a:custGeom>
            <a:avLst/>
            <a:gdLst>
              <a:gd name="T0" fmla="*/ 6080125 w 6080125"/>
              <a:gd name="T1" fmla="*/ 0 h 46354"/>
              <a:gd name="T2" fmla="*/ 0 w 6080125"/>
              <a:gd name="T3" fmla="*/ 0 h 46354"/>
              <a:gd name="T4" fmla="*/ 0 w 6080125"/>
              <a:gd name="T5" fmla="*/ 46037 h 46354"/>
              <a:gd name="T6" fmla="*/ 6080125 w 6080125"/>
              <a:gd name="T7" fmla="*/ 46037 h 46354"/>
              <a:gd name="T8" fmla="*/ 6080125 w 6080125"/>
              <a:gd name="T9" fmla="*/ 0 h 46354"/>
            </a:gdLst>
            <a:ahLst/>
            <a:cxnLst>
              <a:cxn ang="0">
                <a:pos x="T0" y="T1"/>
              </a:cxn>
              <a:cxn ang="0">
                <a:pos x="T2" y="T3"/>
              </a:cxn>
              <a:cxn ang="0">
                <a:pos x="T4" y="T5"/>
              </a:cxn>
              <a:cxn ang="0">
                <a:pos x="T6" y="T7"/>
              </a:cxn>
              <a:cxn ang="0">
                <a:pos x="T8" y="T9"/>
              </a:cxn>
            </a:cxnLst>
            <a:rect l="0" t="0" r="r" b="b"/>
            <a:pathLst>
              <a:path w="6080125" h="46354">
                <a:moveTo>
                  <a:pt x="6080125" y="0"/>
                </a:moveTo>
                <a:lnTo>
                  <a:pt x="0" y="0"/>
                </a:lnTo>
                <a:lnTo>
                  <a:pt x="0" y="46037"/>
                </a:lnTo>
                <a:lnTo>
                  <a:pt x="6080125" y="46037"/>
                </a:lnTo>
                <a:lnTo>
                  <a:pt x="6080125" y="0"/>
                </a:lnTo>
                <a:close/>
              </a:path>
            </a:pathLst>
          </a:custGeom>
          <a:solidFill>
            <a:srgbClr val="F47C35"/>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pic>
        <p:nvPicPr>
          <p:cNvPr id="1031" name="bg object 21">
            <a:extLst>
              <a:ext uri="{FF2B5EF4-FFF2-40B4-BE49-F238E27FC236}">
                <a16:creationId xmlns:a16="http://schemas.microsoft.com/office/drawing/2014/main" id="{9D8AC5D9-D59F-9A81-D56C-FF7DE6A243F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66050" y="177800"/>
            <a:ext cx="116046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bg object 22">
            <a:extLst>
              <a:ext uri="{FF2B5EF4-FFF2-40B4-BE49-F238E27FC236}">
                <a16:creationId xmlns:a16="http://schemas.microsoft.com/office/drawing/2014/main" id="{7C584618-3703-DCC8-351E-B56D9820248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6063" y="177800"/>
            <a:ext cx="1185862"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Holder 2">
            <a:extLst>
              <a:ext uri="{FF2B5EF4-FFF2-40B4-BE49-F238E27FC236}">
                <a16:creationId xmlns:a16="http://schemas.microsoft.com/office/drawing/2014/main" id="{62E9138C-FAD7-6BD0-5F95-3DBAE510FD9D}"/>
              </a:ext>
            </a:extLst>
          </p:cNvPr>
          <p:cNvSpPr>
            <a:spLocks noGrp="1" noChangeArrowheads="1"/>
          </p:cNvSpPr>
          <p:nvPr>
            <p:ph type="title"/>
          </p:nvPr>
        </p:nvSpPr>
        <p:spPr bwMode="auto">
          <a:xfrm>
            <a:off x="2589213" y="922338"/>
            <a:ext cx="396557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1034" name="Holder 3">
            <a:extLst>
              <a:ext uri="{FF2B5EF4-FFF2-40B4-BE49-F238E27FC236}">
                <a16:creationId xmlns:a16="http://schemas.microsoft.com/office/drawing/2014/main" id="{59DC8208-C94C-68E3-4809-5E1DCC0E3EA4}"/>
              </a:ext>
            </a:extLst>
          </p:cNvPr>
          <p:cNvSpPr>
            <a:spLocks noGrp="1" noChangeArrowheads="1"/>
          </p:cNvSpPr>
          <p:nvPr>
            <p:ph type="body" idx="1"/>
          </p:nvPr>
        </p:nvSpPr>
        <p:spPr bwMode="auto">
          <a:xfrm>
            <a:off x="144463" y="2430463"/>
            <a:ext cx="8077200" cy="340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4" name="Holder 4">
            <a:extLst>
              <a:ext uri="{FF2B5EF4-FFF2-40B4-BE49-F238E27FC236}">
                <a16:creationId xmlns:a16="http://schemas.microsoft.com/office/drawing/2014/main" id="{29415830-17A8-9757-3065-EED64C360CCE}"/>
              </a:ext>
            </a:extLst>
          </p:cNvPr>
          <p:cNvSpPr>
            <a:spLocks noGrp="1"/>
          </p:cNvSpPr>
          <p:nvPr>
            <p:ph type="ftr" sz="quarter" idx="5"/>
          </p:nvPr>
        </p:nvSpPr>
        <p:spPr>
          <a:xfrm>
            <a:off x="3108325" y="6378575"/>
            <a:ext cx="2927350" cy="342900"/>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defRPr>
            </a:lvl1pPr>
          </a:lstStyle>
          <a:p>
            <a:pPr>
              <a:defRPr/>
            </a:pPr>
            <a:endParaRPr/>
          </a:p>
        </p:txBody>
      </p:sp>
      <p:sp>
        <p:nvSpPr>
          <p:cNvPr id="5" name="Holder 5">
            <a:extLst>
              <a:ext uri="{FF2B5EF4-FFF2-40B4-BE49-F238E27FC236}">
                <a16:creationId xmlns:a16="http://schemas.microsoft.com/office/drawing/2014/main" id="{0FA5F93E-3891-023A-939D-D897A35B427A}"/>
              </a:ext>
            </a:extLst>
          </p:cNvPr>
          <p:cNvSpPr>
            <a:spLocks noGrp="1"/>
          </p:cNvSpPr>
          <p:nvPr>
            <p:ph type="dt" sz="half" idx="6"/>
          </p:nvPr>
        </p:nvSpPr>
        <p:spPr>
          <a:xfrm>
            <a:off x="457200" y="6378575"/>
            <a:ext cx="2103438" cy="342900"/>
          </a:xfrm>
          <a:prstGeom prst="rect">
            <a:avLst/>
          </a:prstGeom>
        </p:spPr>
        <p:txBody>
          <a:bodyPr wrap="square" lIns="0" tIns="0" rIns="0" bIns="0">
            <a:spAutoFit/>
          </a:bodyPr>
          <a:lstStyle>
            <a:lvl1pPr algn="l" eaLnBrk="1" fontAlgn="auto" hangingPunct="1">
              <a:spcBef>
                <a:spcPts val="0"/>
              </a:spcBef>
              <a:spcAft>
                <a:spcPts val="0"/>
              </a:spcAft>
              <a:defRPr>
                <a:solidFill>
                  <a:schemeClr val="tx1">
                    <a:tint val="75000"/>
                  </a:schemeClr>
                </a:solidFill>
                <a:latin typeface="+mn-lt"/>
              </a:defRPr>
            </a:lvl1pPr>
          </a:lstStyle>
          <a:p>
            <a:endParaRPr lang="en-IN"/>
          </a:p>
        </p:txBody>
      </p:sp>
      <p:sp>
        <p:nvSpPr>
          <p:cNvPr id="6" name="Holder 6">
            <a:extLst>
              <a:ext uri="{FF2B5EF4-FFF2-40B4-BE49-F238E27FC236}">
                <a16:creationId xmlns:a16="http://schemas.microsoft.com/office/drawing/2014/main" id="{3485577B-3FF3-4F6B-E1E9-B637F2E80D03}"/>
              </a:ext>
            </a:extLst>
          </p:cNvPr>
          <p:cNvSpPr>
            <a:spLocks noGrp="1"/>
          </p:cNvSpPr>
          <p:nvPr>
            <p:ph type="sldNum" sz="quarter" idx="7"/>
          </p:nvPr>
        </p:nvSpPr>
        <p:spPr>
          <a:xfrm>
            <a:off x="6583363" y="6378575"/>
            <a:ext cx="2103437" cy="342900"/>
          </a:xfrm>
          <a:prstGeom prst="rect">
            <a:avLst/>
          </a:prstGeom>
        </p:spPr>
        <p:txBody>
          <a:bodyPr wrap="square" lIns="0" tIns="0" rIns="0" bIns="0">
            <a:spAutoFit/>
          </a:bodyPr>
          <a:lstStyle>
            <a:lvl1pPr algn="r" eaLnBrk="1" fontAlgn="auto" hangingPunct="1">
              <a:spcBef>
                <a:spcPts val="0"/>
              </a:spcBef>
              <a:spcAft>
                <a:spcPts val="0"/>
              </a:spcAft>
              <a:defRPr>
                <a:solidFill>
                  <a:schemeClr val="tx1">
                    <a:tint val="75000"/>
                  </a:schemeClr>
                </a:solidFill>
                <a:latin typeface="+mn-lt"/>
              </a:defRPr>
            </a:lvl1pPr>
          </a:lstStyle>
          <a:p>
            <a:pPr>
              <a:defRPr/>
            </a:pPr>
            <a:fld id="{148753D6-8207-4510-9816-3D50DD4C4FDF}" type="slidenum">
              <a:rPr/>
              <a:pPr>
                <a:defRPr/>
              </a:pPr>
              <a:t>‹#›</a:t>
            </a:fld>
            <a:endParaRPr/>
          </a:p>
        </p:txBody>
      </p:sp>
    </p:spTree>
    <p:extLst>
      <p:ext uri="{BB962C8B-B14F-4D97-AF65-F5344CB8AC3E}">
        <p14:creationId xmlns:p14="http://schemas.microsoft.com/office/powerpoint/2010/main" val="1129891808"/>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Lst>
  <p:hf sldNum="0" hdr="0" ftr="0" dt="0"/>
  <p:txStyles>
    <p:titleStyle>
      <a:lvl1pPr algn="ctr" rtl="0" eaLnBrk="1" fontAlgn="base" hangingPunct="1">
        <a:spcBef>
          <a:spcPct val="0"/>
        </a:spcBef>
        <a:spcAft>
          <a:spcPct val="0"/>
        </a:spcAft>
        <a:defRPr>
          <a:solidFill>
            <a:schemeClr val="tx2"/>
          </a:solidFill>
          <a:latin typeface="+mj-lt"/>
          <a:ea typeface="+mj-ea"/>
          <a:cs typeface="+mj-cs"/>
        </a:defRPr>
      </a:lvl1pPr>
      <a:lvl2pPr algn="ctr" rtl="0" eaLnBrk="1" fontAlgn="base" hangingPunct="1">
        <a:spcBef>
          <a:spcPct val="0"/>
        </a:spcBef>
        <a:spcAft>
          <a:spcPct val="0"/>
        </a:spcAft>
        <a:defRPr>
          <a:solidFill>
            <a:schemeClr val="tx2"/>
          </a:solidFill>
          <a:latin typeface="Calibri" panose="020F0502020204030204" pitchFamily="34" charset="0"/>
        </a:defRPr>
      </a:lvl2pPr>
      <a:lvl3pPr algn="ctr" rtl="0" eaLnBrk="1" fontAlgn="base" hangingPunct="1">
        <a:spcBef>
          <a:spcPct val="0"/>
        </a:spcBef>
        <a:spcAft>
          <a:spcPct val="0"/>
        </a:spcAft>
        <a:defRPr>
          <a:solidFill>
            <a:schemeClr val="tx2"/>
          </a:solidFill>
          <a:latin typeface="Calibri" panose="020F0502020204030204" pitchFamily="34" charset="0"/>
        </a:defRPr>
      </a:lvl3pPr>
      <a:lvl4pPr algn="ctr" rtl="0" eaLnBrk="1" fontAlgn="base" hangingPunct="1">
        <a:spcBef>
          <a:spcPct val="0"/>
        </a:spcBef>
        <a:spcAft>
          <a:spcPct val="0"/>
        </a:spcAft>
        <a:defRPr>
          <a:solidFill>
            <a:schemeClr val="tx2"/>
          </a:solidFill>
          <a:latin typeface="Calibri" panose="020F0502020204030204" pitchFamily="34" charset="0"/>
        </a:defRPr>
      </a:lvl4pPr>
      <a:lvl5pPr algn="ctr" rtl="0" eaLnBrk="1" fontAlgn="base" hangingPunct="1">
        <a:spcBef>
          <a:spcPct val="0"/>
        </a:spcBef>
        <a:spcAft>
          <a:spcPct val="0"/>
        </a:spcAft>
        <a:defRPr>
          <a:solidFill>
            <a:schemeClr val="tx2"/>
          </a:solidFill>
          <a:latin typeface="Calibri" panose="020F0502020204030204" pitchFamily="34" charset="0"/>
        </a:defRPr>
      </a:lvl5pPr>
      <a:lvl6pPr marL="457200" algn="ctr" rtl="0" eaLnBrk="1" fontAlgn="base" hangingPunct="1">
        <a:spcBef>
          <a:spcPct val="0"/>
        </a:spcBef>
        <a:spcAft>
          <a:spcPct val="0"/>
        </a:spcAft>
        <a:defRPr>
          <a:solidFill>
            <a:schemeClr val="tx2"/>
          </a:solidFill>
          <a:latin typeface="Calibri" panose="020F0502020204030204" pitchFamily="34" charset="0"/>
        </a:defRPr>
      </a:lvl6pPr>
      <a:lvl7pPr marL="914400" algn="ctr" rtl="0" eaLnBrk="1" fontAlgn="base" hangingPunct="1">
        <a:spcBef>
          <a:spcPct val="0"/>
        </a:spcBef>
        <a:spcAft>
          <a:spcPct val="0"/>
        </a:spcAft>
        <a:defRPr>
          <a:solidFill>
            <a:schemeClr val="tx2"/>
          </a:solidFill>
          <a:latin typeface="Calibri" panose="020F0502020204030204" pitchFamily="34" charset="0"/>
        </a:defRPr>
      </a:lvl7pPr>
      <a:lvl8pPr marL="1371600" algn="ctr" rtl="0" eaLnBrk="1" fontAlgn="base" hangingPunct="1">
        <a:spcBef>
          <a:spcPct val="0"/>
        </a:spcBef>
        <a:spcAft>
          <a:spcPct val="0"/>
        </a:spcAft>
        <a:defRPr>
          <a:solidFill>
            <a:schemeClr val="tx2"/>
          </a:solidFill>
          <a:latin typeface="Calibri" panose="020F0502020204030204" pitchFamily="34" charset="0"/>
        </a:defRPr>
      </a:lvl8pPr>
      <a:lvl9pPr marL="1828800" algn="ctr" rtl="0" eaLnBrk="1" fontAlgn="base" hangingPunct="1">
        <a:spcBef>
          <a:spcPct val="0"/>
        </a:spcBef>
        <a:spcAft>
          <a:spcPct val="0"/>
        </a:spcAft>
        <a:defRPr>
          <a:solidFill>
            <a:schemeClr val="tx2"/>
          </a:solidFill>
          <a:latin typeface="Calibri" panose="020F0502020204030204" pitchFamily="34" charset="0"/>
        </a:defRPr>
      </a:lvl9pPr>
    </p:titleStyle>
    <p:bodyStyle>
      <a:lvl1pPr algn="l" rtl="0" eaLnBrk="1" fontAlgn="base" hangingPunct="1">
        <a:spcBef>
          <a:spcPct val="20000"/>
        </a:spcBef>
        <a:spcAft>
          <a:spcPct val="0"/>
        </a:spcAft>
        <a:defRPr>
          <a:solidFill>
            <a:schemeClr val="tx1"/>
          </a:solidFill>
          <a:latin typeface="+mn-lt"/>
          <a:ea typeface="+mn-ea"/>
          <a:cs typeface="+mn-cs"/>
        </a:defRPr>
      </a:lvl1pPr>
      <a:lvl2pPr marL="457200" algn="l" rtl="0" eaLnBrk="1" fontAlgn="base" hangingPunct="1">
        <a:spcBef>
          <a:spcPct val="20000"/>
        </a:spcBef>
        <a:spcAft>
          <a:spcPct val="0"/>
        </a:spcAft>
        <a:defRPr>
          <a:solidFill>
            <a:schemeClr val="tx1"/>
          </a:solidFill>
          <a:latin typeface="+mn-lt"/>
          <a:ea typeface="+mn-ea"/>
          <a:cs typeface="+mn-cs"/>
        </a:defRPr>
      </a:lvl2pPr>
      <a:lvl3pPr marL="914400" algn="l" rtl="0" eaLnBrk="1" fontAlgn="base" hangingPunct="1">
        <a:spcBef>
          <a:spcPct val="20000"/>
        </a:spcBef>
        <a:spcAft>
          <a:spcPct val="0"/>
        </a:spcAft>
        <a:defRPr>
          <a:solidFill>
            <a:schemeClr val="tx1"/>
          </a:solidFill>
          <a:latin typeface="+mn-lt"/>
          <a:ea typeface="+mn-ea"/>
          <a:cs typeface="+mn-cs"/>
        </a:defRPr>
      </a:lvl3pPr>
      <a:lvl4pPr marL="1371600" algn="l" rtl="0" eaLnBrk="1" fontAlgn="base" hangingPunct="1">
        <a:spcBef>
          <a:spcPct val="20000"/>
        </a:spcBef>
        <a:spcAft>
          <a:spcPct val="0"/>
        </a:spcAft>
        <a:defRPr>
          <a:solidFill>
            <a:schemeClr val="tx1"/>
          </a:solidFill>
          <a:latin typeface="+mn-lt"/>
          <a:ea typeface="+mn-ea"/>
          <a:cs typeface="+mn-cs"/>
        </a:defRPr>
      </a:lvl4pPr>
      <a:lvl5pPr marL="1828800" algn="l" rtl="0" eaLnBrk="1" fontAlgn="base" hangingPunct="1">
        <a:spcBef>
          <a:spcPct val="20000"/>
        </a:spcBef>
        <a:spcAft>
          <a:spcPct val="0"/>
        </a:spcAft>
        <a:defRPr>
          <a:solidFill>
            <a:schemeClr val="tx1"/>
          </a:solidFill>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10.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5" Type="http://schemas.openxmlformats.org/officeDocument/2006/relationships/tags" Target="../tags/tag5.xml"/><Relationship Id="rId4" Type="http://schemas.openxmlformats.org/officeDocument/2006/relationships/tags" Target="../tags/tag4.xml"/></Relationships>
</file>

<file path=ppt/slides/_rels/slide37.xml.rels><?xml version="1.0" encoding="UTF-8" standalone="yes"?>
<Relationships xmlns="http://schemas.openxmlformats.org/package/2006/relationships"><Relationship Id="rId3" Type="http://schemas.openxmlformats.org/officeDocument/2006/relationships/hyperlink" Target="https://forms.gle/pksSDrADkNLde4dBA" TargetMode="Externa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1"/>
          <p:cNvSpPr txBox="1">
            <a:spLocks noGrp="1"/>
          </p:cNvSpPr>
          <p:nvPr>
            <p:ph type="ctrTitle"/>
          </p:nvPr>
        </p:nvSpPr>
        <p:spPr>
          <a:xfrm>
            <a:off x="296069" y="1752600"/>
            <a:ext cx="8551862" cy="19986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4800"/>
              <a:buFont typeface="Times New Roman"/>
              <a:buNone/>
            </a:pPr>
            <a:r>
              <a:rPr lang="en-US" sz="4800" b="0" i="0" u="none" dirty="0">
                <a:solidFill>
                  <a:srgbClr val="C00000"/>
                </a:solidFill>
                <a:latin typeface="Times New Roman"/>
                <a:ea typeface="Times New Roman"/>
                <a:cs typeface="Times New Roman"/>
                <a:sym typeface="Times New Roman"/>
              </a:rPr>
              <a:t>Data Structures and Algorithms</a:t>
            </a:r>
            <a:br>
              <a:rPr lang="en-US" sz="4800" b="0" i="0" u="none" dirty="0">
                <a:solidFill>
                  <a:srgbClr val="C00000"/>
                </a:solidFill>
                <a:latin typeface="Times New Roman"/>
                <a:ea typeface="Times New Roman"/>
                <a:cs typeface="Times New Roman"/>
                <a:sym typeface="Times New Roman"/>
              </a:rPr>
            </a:br>
            <a:r>
              <a:rPr lang="en-US" sz="4800" b="0" i="0" u="none" dirty="0">
                <a:solidFill>
                  <a:srgbClr val="C00000"/>
                </a:solidFill>
                <a:latin typeface="Times New Roman"/>
                <a:ea typeface="Times New Roman"/>
                <a:cs typeface="Times New Roman"/>
                <a:sym typeface="Times New Roman"/>
              </a:rPr>
              <a:t>CSE 205 </a:t>
            </a:r>
            <a:br>
              <a:rPr lang="en-US" sz="4800" b="0" i="0" u="none" dirty="0">
                <a:solidFill>
                  <a:srgbClr val="C00000"/>
                </a:solidFill>
                <a:latin typeface="Times New Roman"/>
                <a:ea typeface="Times New Roman"/>
                <a:cs typeface="Times New Roman"/>
                <a:sym typeface="Times New Roman"/>
              </a:rPr>
            </a:br>
            <a:endParaRPr dirty="0"/>
          </a:p>
        </p:txBody>
      </p:sp>
      <p:sp>
        <p:nvSpPr>
          <p:cNvPr id="29" name="Google Shape;29;p1"/>
          <p:cNvSpPr txBox="1">
            <a:spLocks noGrp="1"/>
          </p:cNvSpPr>
          <p:nvPr>
            <p:ph type="subTitle" idx="1"/>
          </p:nvPr>
        </p:nvSpPr>
        <p:spPr>
          <a:xfrm>
            <a:off x="1371600" y="5105400"/>
            <a:ext cx="6400800" cy="17526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98989"/>
              </a:buClr>
              <a:buSzPts val="3200"/>
              <a:buNone/>
            </a:pPr>
            <a:r>
              <a:rPr lang="en-US" sz="3200" b="0" i="0" u="none" dirty="0">
                <a:solidFill>
                  <a:srgbClr val="898989"/>
                </a:solidFill>
                <a:latin typeface="Calibri"/>
                <a:ea typeface="Calibri"/>
                <a:cs typeface="Calibri"/>
                <a:sym typeface="Calibri"/>
              </a:rPr>
              <a:t>The kick start session</a:t>
            </a:r>
            <a:endParaRPr dirty="0"/>
          </a:p>
        </p:txBody>
      </p:sp>
      <p:sp>
        <p:nvSpPr>
          <p:cNvPr id="28" name="Google Shape;28;p1"/>
          <p:cNvSpPr txBox="1"/>
          <p:nvPr/>
        </p:nvSpPr>
        <p:spPr>
          <a:xfrm>
            <a:off x="3810000" y="4724400"/>
            <a:ext cx="1770062"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76092"/>
              </a:buClr>
              <a:buSzPts val="2400"/>
              <a:buFont typeface="Arial Rounded"/>
              <a:buNone/>
            </a:pPr>
            <a:r>
              <a:rPr lang="en-US" sz="2400" b="1" i="0" u="none" strike="noStrike" cap="none" dirty="0">
                <a:solidFill>
                  <a:srgbClr val="376092"/>
                </a:solidFill>
                <a:latin typeface="Arial Rounded"/>
                <a:ea typeface="Arial Rounded"/>
                <a:cs typeface="Arial Rounded"/>
                <a:sym typeface="Arial Rounded"/>
              </a:rPr>
              <a:t>Lecture #0</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DD8CC991-F091-6677-50DA-2ECA9478AAAA}"/>
              </a:ext>
            </a:extLst>
          </p:cNvPr>
          <p:cNvSpPr>
            <a:spLocks noGrp="1"/>
          </p:cNvSpPr>
          <p:nvPr>
            <p:ph type="title"/>
          </p:nvPr>
        </p:nvSpPr>
        <p:spPr>
          <a:xfrm>
            <a:off x="2562252" y="903809"/>
            <a:ext cx="3965575" cy="677108"/>
          </a:xfrm>
        </p:spPr>
        <p:txBody>
          <a:bodyPr/>
          <a:lstStyle/>
          <a:p>
            <a:pPr eaLnBrk="1" hangingPunct="1"/>
            <a:r>
              <a:rPr lang="en-US" altLang="en-US" sz="4400" dirty="0">
                <a:solidFill>
                  <a:srgbClr val="C00000"/>
                </a:solidFill>
                <a:latin typeface="Times New Roman" panose="02020603050405020304" pitchFamily="18" charset="0"/>
                <a:cs typeface="Times New Roman" panose="02020603050405020304" pitchFamily="18" charset="0"/>
              </a:rPr>
              <a:t>Course Details</a:t>
            </a:r>
            <a:endParaRPr lang="en-IN" altLang="en-US" sz="4400" dirty="0">
              <a:solidFill>
                <a:srgbClr val="C00000"/>
              </a:solidFill>
              <a:latin typeface="Times New Roman" panose="02020603050405020304" pitchFamily="18" charset="0"/>
              <a:cs typeface="Times New Roman" panose="02020603050405020304" pitchFamily="18" charset="0"/>
            </a:endParaRPr>
          </a:p>
        </p:txBody>
      </p:sp>
      <p:sp>
        <p:nvSpPr>
          <p:cNvPr id="13315" name="Content Placeholder 2">
            <a:extLst>
              <a:ext uri="{FF2B5EF4-FFF2-40B4-BE49-F238E27FC236}">
                <a16:creationId xmlns:a16="http://schemas.microsoft.com/office/drawing/2014/main" id="{619709BE-D46D-0A9F-4D9A-A3215D81B281}"/>
              </a:ext>
            </a:extLst>
          </p:cNvPr>
          <p:cNvSpPr>
            <a:spLocks noGrp="1"/>
          </p:cNvSpPr>
          <p:nvPr>
            <p:ph idx="1"/>
          </p:nvPr>
        </p:nvSpPr>
        <p:spPr>
          <a:xfrm>
            <a:off x="628651" y="1915237"/>
            <a:ext cx="7742840" cy="4185761"/>
          </a:xfrm>
        </p:spPr>
        <p:txBody>
          <a:bodyPr/>
          <a:lstStyle/>
          <a:p>
            <a:pPr eaLnBrk="1" hangingPunct="1">
              <a:defRPr/>
            </a:pPr>
            <a:r>
              <a:rPr lang="en-US" altLang="en-US" sz="3200" dirty="0">
                <a:solidFill>
                  <a:srgbClr val="C00000"/>
                </a:solidFill>
                <a:latin typeface="Times New Roman" panose="02020603050405020304" pitchFamily="18" charset="0"/>
                <a:cs typeface="Times New Roman" panose="02020603050405020304" pitchFamily="18" charset="0"/>
              </a:rPr>
              <a:t>Course Code:-</a:t>
            </a:r>
            <a:r>
              <a:rPr lang="en-US" altLang="en-US" sz="3200" dirty="0">
                <a:solidFill>
                  <a:srgbClr val="002060"/>
                </a:solidFill>
                <a:latin typeface="Times New Roman" panose="02020603050405020304" pitchFamily="18" charset="0"/>
                <a:cs typeface="Times New Roman" panose="02020603050405020304" pitchFamily="18" charset="0"/>
              </a:rPr>
              <a:t> CSE 205</a:t>
            </a:r>
          </a:p>
          <a:p>
            <a:pPr eaLnBrk="1" hangingPunct="1">
              <a:defRPr/>
            </a:pPr>
            <a:r>
              <a:rPr lang="en-US" altLang="en-US" sz="3200" dirty="0">
                <a:solidFill>
                  <a:srgbClr val="C00000"/>
                </a:solidFill>
                <a:latin typeface="Times New Roman" panose="02020603050405020304" pitchFamily="18" charset="0"/>
                <a:cs typeface="Times New Roman" panose="02020603050405020304" pitchFamily="18" charset="0"/>
              </a:rPr>
              <a:t>Course Name:- </a:t>
            </a:r>
            <a:r>
              <a:rPr lang="en-US" altLang="en-US" sz="3200" dirty="0">
                <a:solidFill>
                  <a:srgbClr val="002060"/>
                </a:solidFill>
                <a:latin typeface="Times New Roman" panose="02020603050405020304" pitchFamily="18" charset="0"/>
                <a:cs typeface="Times New Roman" panose="02020603050405020304" pitchFamily="18" charset="0"/>
              </a:rPr>
              <a:t>Data Structure and Algorithms </a:t>
            </a:r>
          </a:p>
          <a:p>
            <a:pPr eaLnBrk="1" hangingPunct="1">
              <a:defRPr/>
            </a:pPr>
            <a:r>
              <a:rPr lang="en-US" altLang="en-US" sz="3200" dirty="0">
                <a:solidFill>
                  <a:srgbClr val="C00000"/>
                </a:solidFill>
                <a:latin typeface="Times New Roman" panose="02020603050405020304" pitchFamily="18" charset="0"/>
                <a:cs typeface="Times New Roman" panose="02020603050405020304" pitchFamily="18" charset="0"/>
              </a:rPr>
              <a:t>LTP:- </a:t>
            </a:r>
            <a:r>
              <a:rPr lang="en-US" altLang="en-US" sz="3200" dirty="0">
                <a:solidFill>
                  <a:srgbClr val="002060"/>
                </a:solidFill>
                <a:latin typeface="Times New Roman" panose="02020603050405020304" pitchFamily="18" charset="0"/>
                <a:cs typeface="Times New Roman" panose="02020603050405020304" pitchFamily="18" charset="0"/>
              </a:rPr>
              <a:t> 3 0 2 [3 lectures, 3 practical's/week]</a:t>
            </a:r>
          </a:p>
          <a:p>
            <a:pPr eaLnBrk="1" hangingPunct="1">
              <a:defRPr/>
            </a:pPr>
            <a:r>
              <a:rPr lang="en-US" altLang="en-US" sz="3200" dirty="0">
                <a:solidFill>
                  <a:srgbClr val="C00000"/>
                </a:solidFill>
                <a:latin typeface="Times New Roman" panose="02020603050405020304" pitchFamily="18" charset="0"/>
                <a:cs typeface="Times New Roman" panose="02020603050405020304" pitchFamily="18" charset="0"/>
              </a:rPr>
              <a:t>Credits:- </a:t>
            </a:r>
            <a:r>
              <a:rPr lang="en-US" altLang="en-US" sz="3200" dirty="0">
                <a:solidFill>
                  <a:srgbClr val="002060"/>
                </a:solidFill>
                <a:latin typeface="Times New Roman" panose="02020603050405020304" pitchFamily="18" charset="0"/>
                <a:cs typeface="Times New Roman" panose="02020603050405020304" pitchFamily="18" charset="0"/>
              </a:rPr>
              <a:t>4</a:t>
            </a:r>
          </a:p>
          <a:p>
            <a:pPr>
              <a:defRPr/>
            </a:pPr>
            <a:r>
              <a:rPr lang="en-US" altLang="en-US" sz="3200" dirty="0">
                <a:solidFill>
                  <a:srgbClr val="C00000"/>
                </a:solidFill>
                <a:latin typeface="Times New Roman" panose="02020603050405020304" pitchFamily="18" charset="0"/>
                <a:cs typeface="Times New Roman" panose="02020603050405020304" pitchFamily="18" charset="0"/>
              </a:rPr>
              <a:t>Nature of Course:- </a:t>
            </a:r>
            <a:r>
              <a:rPr lang="en-US" altLang="en-US" sz="3200" dirty="0">
                <a:solidFill>
                  <a:srgbClr val="002060"/>
                </a:solidFill>
                <a:latin typeface="Times New Roman" panose="02020603050405020304" pitchFamily="18" charset="0"/>
                <a:cs typeface="Times New Roman" panose="02020603050405020304" pitchFamily="18" charset="0"/>
              </a:rPr>
              <a:t>Core</a:t>
            </a:r>
          </a:p>
          <a:p>
            <a:pPr eaLnBrk="1" hangingPunct="1">
              <a:defRPr/>
            </a:pPr>
            <a:endParaRPr lang="en-US" altLang="en-US" sz="3200" dirty="0">
              <a:solidFill>
                <a:srgbClr val="002060"/>
              </a:solidFill>
              <a:latin typeface="Times New Roman" panose="02020603050405020304" pitchFamily="18" charset="0"/>
              <a:cs typeface="Times New Roman" panose="02020603050405020304" pitchFamily="18" charset="0"/>
            </a:endParaRPr>
          </a:p>
          <a:p>
            <a:pPr marL="0" indent="0" eaLnBrk="1" hangingPunct="1">
              <a:buFont typeface="Arial" panose="020B0604020202020204" pitchFamily="34" charset="0"/>
              <a:buNone/>
              <a:defRPr/>
            </a:pPr>
            <a:endParaRPr lang="en-US" altLang="en-US" sz="40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g2c92ac516ff_1_0"/>
          <p:cNvSpPr txBox="1">
            <a:spLocks noGrp="1"/>
          </p:cNvSpPr>
          <p:nvPr>
            <p:ph type="title"/>
          </p:nvPr>
        </p:nvSpPr>
        <p:spPr>
          <a:xfrm>
            <a:off x="1681317" y="922338"/>
            <a:ext cx="4873472" cy="512762"/>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4300" dirty="0">
                <a:solidFill>
                  <a:srgbClr val="C00000"/>
                </a:solidFill>
                <a:latin typeface="Times New Roman" panose="02020603050405020304" pitchFamily="18" charset="0"/>
                <a:cs typeface="Times New Roman" panose="02020603050405020304" pitchFamily="18" charset="0"/>
              </a:rPr>
              <a:t>Course Outcomes</a:t>
            </a:r>
            <a:endParaRPr sz="4300" dirty="0">
              <a:solidFill>
                <a:srgbClr val="C00000"/>
              </a:solidFill>
              <a:latin typeface="Times New Roman" panose="02020603050405020304" pitchFamily="18" charset="0"/>
              <a:cs typeface="Times New Roman" panose="02020603050405020304" pitchFamily="18" charset="0"/>
            </a:endParaRPr>
          </a:p>
        </p:txBody>
      </p:sp>
      <p:sp>
        <p:nvSpPr>
          <p:cNvPr id="48" name="Google Shape;48;g2c92ac516ff_1_0"/>
          <p:cNvSpPr txBox="1">
            <a:spLocks noGrp="1"/>
          </p:cNvSpPr>
          <p:nvPr>
            <p:ph type="body" idx="1"/>
          </p:nvPr>
        </p:nvSpPr>
        <p:spPr>
          <a:xfrm>
            <a:off x="380437" y="1787433"/>
            <a:ext cx="8763563" cy="4312499"/>
          </a:xfrm>
          <a:prstGeom prst="rect">
            <a:avLst/>
          </a:prstGeom>
        </p:spPr>
        <p:txBody>
          <a:bodyPr spcFirstLastPara="1" wrap="square" lIns="91425" tIns="45700" rIns="91425" bIns="45700" anchor="t" anchorCtr="0">
            <a:noAutofit/>
          </a:bodyPr>
          <a:lstStyle/>
          <a:p>
            <a:pPr marL="457200" indent="-457200">
              <a:buFont typeface="+mj-lt"/>
              <a:buAutoNum type="arabicPeriod"/>
            </a:pPr>
            <a:r>
              <a:rPr lang="en-US" sz="2200" dirty="0">
                <a:solidFill>
                  <a:srgbClr val="002060"/>
                </a:solidFill>
                <a:latin typeface="Times New Roman" panose="02020603050405020304" pitchFamily="18" charset="0"/>
                <a:cs typeface="Times New Roman" panose="02020603050405020304" pitchFamily="18" charset="0"/>
              </a:rPr>
              <a:t>Understand the time and space complexity of programs and data structures.</a:t>
            </a:r>
          </a:p>
          <a:p>
            <a:pPr marL="457200" indent="-457200">
              <a:buFont typeface="+mj-lt"/>
              <a:buAutoNum type="arabicPeriod"/>
            </a:pPr>
            <a:r>
              <a:rPr lang="en-US" sz="2200" dirty="0">
                <a:solidFill>
                  <a:srgbClr val="002060"/>
                </a:solidFill>
                <a:latin typeface="Times New Roman" panose="02020603050405020304" pitchFamily="18" charset="0"/>
                <a:cs typeface="Times New Roman" panose="02020603050405020304" pitchFamily="18" charset="0"/>
              </a:rPr>
              <a:t>Illustrate the importance of a Linked List in the context of real-world problems</a:t>
            </a:r>
          </a:p>
          <a:p>
            <a:pPr marL="457200" indent="-457200">
              <a:buFont typeface="+mj-lt"/>
              <a:buAutoNum type="arabicPeriod"/>
            </a:pPr>
            <a:r>
              <a:rPr lang="en-US" sz="2200" dirty="0">
                <a:solidFill>
                  <a:srgbClr val="002060"/>
                </a:solidFill>
                <a:latin typeface="Times New Roman" panose="02020603050405020304" pitchFamily="18" charset="0"/>
                <a:cs typeface="Times New Roman" panose="02020603050405020304" pitchFamily="18" charset="0"/>
              </a:rPr>
              <a:t>Differentiate the Stack and Queue data structures for problem solving</a:t>
            </a:r>
          </a:p>
          <a:p>
            <a:pPr marL="457200" indent="-457200">
              <a:buFont typeface="+mj-lt"/>
              <a:buAutoNum type="arabicPeriod"/>
            </a:pPr>
            <a:r>
              <a:rPr lang="en-US" sz="2200" dirty="0">
                <a:solidFill>
                  <a:srgbClr val="002060"/>
                </a:solidFill>
                <a:latin typeface="Times New Roman" panose="02020603050405020304" pitchFamily="18" charset="0"/>
                <a:cs typeface="Times New Roman" panose="02020603050405020304" pitchFamily="18" charset="0"/>
              </a:rPr>
              <a:t>Use of recursion in the iteration process and tree data structure</a:t>
            </a:r>
          </a:p>
          <a:p>
            <a:pPr marL="457200" indent="-457200">
              <a:buFont typeface="+mj-lt"/>
              <a:buAutoNum type="arabicPeriod"/>
            </a:pPr>
            <a:r>
              <a:rPr lang="en-US" sz="2200" dirty="0">
                <a:solidFill>
                  <a:srgbClr val="002060"/>
                </a:solidFill>
                <a:latin typeface="Times New Roman" panose="02020603050405020304" pitchFamily="18" charset="0"/>
                <a:cs typeface="Times New Roman" panose="02020603050405020304" pitchFamily="18" charset="0"/>
              </a:rPr>
              <a:t>Apply heap operations and hashing techniques for efficient data storage, retrieval, </a:t>
            </a:r>
            <a:r>
              <a:rPr lang="en-IN" sz="2200" dirty="0">
                <a:solidFill>
                  <a:srgbClr val="002060"/>
                </a:solidFill>
                <a:latin typeface="Times New Roman" panose="02020603050405020304" pitchFamily="18" charset="0"/>
                <a:cs typeface="Times New Roman" panose="02020603050405020304" pitchFamily="18" charset="0"/>
              </a:rPr>
              <a:t>and collision resolution.</a:t>
            </a:r>
          </a:p>
          <a:p>
            <a:pPr marL="457200" indent="-457200">
              <a:buFont typeface="+mj-lt"/>
              <a:buAutoNum type="arabicPeriod"/>
            </a:pPr>
            <a:r>
              <a:rPr lang="en-US" sz="2200" dirty="0">
                <a:solidFill>
                  <a:srgbClr val="002060"/>
                </a:solidFill>
                <a:latin typeface="Times New Roman" panose="02020603050405020304" pitchFamily="18" charset="0"/>
                <a:cs typeface="Times New Roman" panose="02020603050405020304" pitchFamily="18" charset="0"/>
              </a:rPr>
              <a:t>Identify and integrating emerging data structures and algorithmic, ensuring their ability to stay with technological advancements and maintain professional growth in a dynamic field</a:t>
            </a:r>
            <a:endParaRPr sz="22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86F1FCD2-B9C7-73E5-0260-7636680DCB6F}"/>
              </a:ext>
            </a:extLst>
          </p:cNvPr>
          <p:cNvSpPr>
            <a:spLocks noGrp="1"/>
          </p:cNvSpPr>
          <p:nvPr>
            <p:ph type="title"/>
          </p:nvPr>
        </p:nvSpPr>
        <p:spPr>
          <a:xfrm>
            <a:off x="0" y="890752"/>
            <a:ext cx="9144000" cy="1295400"/>
          </a:xfrm>
        </p:spPr>
        <p:txBody>
          <a:bodyPr/>
          <a:lstStyle/>
          <a:p>
            <a:r>
              <a:rPr lang="en-US" altLang="en-US" sz="3600" dirty="0">
                <a:solidFill>
                  <a:srgbClr val="C00000"/>
                </a:solidFill>
                <a:latin typeface="Times New Roman" panose="02020603050405020304" pitchFamily="18" charset="0"/>
                <a:cs typeface="Times New Roman" panose="02020603050405020304" pitchFamily="18" charset="0"/>
              </a:rPr>
              <a:t>Program Outcomes achieved from the course</a:t>
            </a:r>
          </a:p>
        </p:txBody>
      </p:sp>
      <p:sp>
        <p:nvSpPr>
          <p:cNvPr id="15363" name="Content Placeholder 2">
            <a:extLst>
              <a:ext uri="{FF2B5EF4-FFF2-40B4-BE49-F238E27FC236}">
                <a16:creationId xmlns:a16="http://schemas.microsoft.com/office/drawing/2014/main" id="{421BC2C8-7D63-6729-5A71-33F502F7D4C4}"/>
              </a:ext>
            </a:extLst>
          </p:cNvPr>
          <p:cNvSpPr>
            <a:spLocks noGrp="1"/>
          </p:cNvSpPr>
          <p:nvPr>
            <p:ph idx="1"/>
          </p:nvPr>
        </p:nvSpPr>
        <p:spPr>
          <a:xfrm>
            <a:off x="457200" y="1981200"/>
            <a:ext cx="8229600" cy="4333494"/>
          </a:xfrm>
        </p:spPr>
        <p:txBody>
          <a:bodyPr/>
          <a:lstStyle/>
          <a:p>
            <a:pPr algn="just">
              <a:defRPr/>
            </a:pPr>
            <a:r>
              <a:rPr lang="en-US" altLang="en-US" sz="2200" dirty="0">
                <a:solidFill>
                  <a:srgbClr val="002060"/>
                </a:solidFill>
                <a:latin typeface="Times New Roman" panose="02020603050405020304" pitchFamily="18" charset="0"/>
                <a:cs typeface="Times New Roman" panose="02020603050405020304" pitchFamily="18" charset="0"/>
              </a:rPr>
              <a:t>Apply the knowledge of mathematics, science, engineering fundamentals, and an engineering specialization to the solution of complex engineering problems.</a:t>
            </a:r>
          </a:p>
          <a:p>
            <a:pPr marL="0" indent="0" algn="just">
              <a:buFont typeface="Arial" panose="020B0604020202020204" pitchFamily="34" charset="0"/>
              <a:buNone/>
              <a:defRPr/>
            </a:pPr>
            <a:r>
              <a:rPr lang="en-US" altLang="en-US" sz="2200" dirty="0">
                <a:solidFill>
                  <a:srgbClr val="002060"/>
                </a:solidFill>
                <a:latin typeface="Times New Roman" panose="02020603050405020304" pitchFamily="18" charset="0"/>
                <a:cs typeface="Times New Roman" panose="02020603050405020304" pitchFamily="18" charset="0"/>
              </a:rPr>
              <a:t>	</a:t>
            </a:r>
          </a:p>
          <a:p>
            <a:pPr algn="just">
              <a:defRPr/>
            </a:pPr>
            <a:r>
              <a:rPr lang="en-US" altLang="en-US" sz="2200" dirty="0">
                <a:solidFill>
                  <a:srgbClr val="002060"/>
                </a:solidFill>
                <a:latin typeface="Times New Roman" panose="02020603050405020304" pitchFamily="18" charset="0"/>
                <a:cs typeface="Times New Roman" panose="02020603050405020304" pitchFamily="18" charset="0"/>
              </a:rPr>
              <a:t>Identify, formulate, review research literature, and analyses complex engineering problems reaching substantiated conclusions using first principles of mathematics, natural sciences and engineering sciences.</a:t>
            </a:r>
          </a:p>
          <a:p>
            <a:pPr algn="just">
              <a:defRPr/>
            </a:pPr>
            <a:r>
              <a:rPr lang="en-US" altLang="en-US" sz="2200" dirty="0">
                <a:solidFill>
                  <a:srgbClr val="002060"/>
                </a:solidFill>
                <a:latin typeface="Times New Roman" panose="02020603050405020304" pitchFamily="18" charset="0"/>
                <a:cs typeface="Times New Roman" panose="02020603050405020304" pitchFamily="18" charset="0"/>
              </a:rPr>
              <a:t>	</a:t>
            </a:r>
          </a:p>
          <a:p>
            <a:pPr algn="just">
              <a:defRPr/>
            </a:pPr>
            <a:r>
              <a:rPr lang="en-US" altLang="en-US" sz="2200" dirty="0">
                <a:solidFill>
                  <a:srgbClr val="002060"/>
                </a:solidFill>
                <a:latin typeface="Times New Roman" panose="02020603050405020304" pitchFamily="18" charset="0"/>
                <a:cs typeface="Times New Roman" panose="02020603050405020304" pitchFamily="18" charset="0"/>
              </a:rPr>
              <a:t>Design solutions for complex engineering problems and design system components or processes that meet the specified needs with appropriate consideration for the public health and safety, and the cultural, societal, and environmental considerations.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B1234F49-F585-1A3B-112E-26B8229DAD3E}"/>
              </a:ext>
            </a:extLst>
          </p:cNvPr>
          <p:cNvSpPr>
            <a:spLocks noGrp="1"/>
          </p:cNvSpPr>
          <p:nvPr>
            <p:ph type="title"/>
          </p:nvPr>
        </p:nvSpPr>
        <p:spPr>
          <a:xfrm>
            <a:off x="0" y="890752"/>
            <a:ext cx="9144000" cy="1066800"/>
          </a:xfrm>
        </p:spPr>
        <p:txBody>
          <a:bodyPr/>
          <a:lstStyle/>
          <a:p>
            <a:r>
              <a:rPr lang="en-US" altLang="en-US" sz="3600" dirty="0">
                <a:solidFill>
                  <a:srgbClr val="C00000"/>
                </a:solidFill>
                <a:latin typeface="Times New Roman" panose="02020603050405020304" pitchFamily="18" charset="0"/>
                <a:cs typeface="Times New Roman" panose="02020603050405020304" pitchFamily="18" charset="0"/>
              </a:rPr>
              <a:t>Program Outcomes achieved from the course</a:t>
            </a:r>
          </a:p>
        </p:txBody>
      </p:sp>
      <p:sp>
        <p:nvSpPr>
          <p:cNvPr id="18435" name="Content Placeholder 2">
            <a:extLst>
              <a:ext uri="{FF2B5EF4-FFF2-40B4-BE49-F238E27FC236}">
                <a16:creationId xmlns:a16="http://schemas.microsoft.com/office/drawing/2014/main" id="{20E93ED2-517C-25B0-E9AF-D0B6A1069A28}"/>
              </a:ext>
            </a:extLst>
          </p:cNvPr>
          <p:cNvSpPr>
            <a:spLocks noGrp="1"/>
          </p:cNvSpPr>
          <p:nvPr>
            <p:ph idx="1"/>
          </p:nvPr>
        </p:nvSpPr>
        <p:spPr>
          <a:xfrm>
            <a:off x="457200" y="2123089"/>
            <a:ext cx="8229600" cy="5029200"/>
          </a:xfrm>
        </p:spPr>
        <p:txBody>
          <a:bodyPr/>
          <a:lstStyle/>
          <a:p>
            <a:pPr algn="just"/>
            <a:r>
              <a:rPr lang="en-US" altLang="en-US" sz="2200" dirty="0">
                <a:solidFill>
                  <a:srgbClr val="002060"/>
                </a:solidFill>
                <a:latin typeface="Times New Roman" panose="02020603050405020304" pitchFamily="18" charset="0"/>
                <a:cs typeface="Times New Roman" panose="02020603050405020304" pitchFamily="18" charset="0"/>
              </a:rPr>
              <a:t>Create, select, and apply appropriate techniques, resources, and modern engineering and IT tools including prediction and modelling to complex engineering activities with an understanding of the limitations.</a:t>
            </a:r>
          </a:p>
          <a:p>
            <a:pPr algn="just"/>
            <a:endParaRPr lang="en-US" altLang="en-US" sz="2200" dirty="0">
              <a:solidFill>
                <a:srgbClr val="002060"/>
              </a:solidFill>
              <a:latin typeface="Times New Roman" panose="02020603050405020304" pitchFamily="18" charset="0"/>
              <a:cs typeface="Times New Roman" panose="02020603050405020304" pitchFamily="18" charset="0"/>
            </a:endParaRPr>
          </a:p>
          <a:p>
            <a:pPr algn="just"/>
            <a:r>
              <a:rPr lang="en-US" altLang="en-US" sz="2200" dirty="0">
                <a:solidFill>
                  <a:srgbClr val="002060"/>
                </a:solidFill>
                <a:latin typeface="Times New Roman" panose="02020603050405020304" pitchFamily="18" charset="0"/>
                <a:cs typeface="Times New Roman" panose="02020603050405020304" pitchFamily="18" charset="0"/>
              </a:rPr>
              <a:t>Recognize the need for, and have the preparation and ability to engage in independent and lifelong learning in the broadest context of technological change.</a:t>
            </a:r>
          </a:p>
          <a:p>
            <a:pPr algn="just"/>
            <a:endParaRPr lang="en-US" altLang="en-US" sz="20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CAD0F357-2B3A-7C21-7223-03618F881AAC}"/>
              </a:ext>
            </a:extLst>
          </p:cNvPr>
          <p:cNvSpPr>
            <a:spLocks noGrp="1"/>
          </p:cNvSpPr>
          <p:nvPr>
            <p:ph type="title"/>
          </p:nvPr>
        </p:nvSpPr>
        <p:spPr>
          <a:xfrm>
            <a:off x="419100" y="575442"/>
            <a:ext cx="8458200" cy="1066800"/>
          </a:xfrm>
        </p:spPr>
        <p:txBody>
          <a:bodyPr/>
          <a:lstStyle/>
          <a:p>
            <a:r>
              <a:rPr lang="en-US" altLang="en-US" sz="4000" dirty="0">
                <a:solidFill>
                  <a:srgbClr val="C00000"/>
                </a:solidFill>
                <a:latin typeface="Times New Roman" panose="02020603050405020304" pitchFamily="18" charset="0"/>
                <a:cs typeface="Times New Roman" panose="02020603050405020304" pitchFamily="18" charset="0"/>
              </a:rPr>
              <a:t>Program Educational Objectives achieved from the course</a:t>
            </a:r>
          </a:p>
        </p:txBody>
      </p:sp>
      <p:sp>
        <p:nvSpPr>
          <p:cNvPr id="19459" name="Content Placeholder 2">
            <a:extLst>
              <a:ext uri="{FF2B5EF4-FFF2-40B4-BE49-F238E27FC236}">
                <a16:creationId xmlns:a16="http://schemas.microsoft.com/office/drawing/2014/main" id="{302FFF4D-9796-BFEF-1461-559E3BD4203C}"/>
              </a:ext>
            </a:extLst>
          </p:cNvPr>
          <p:cNvSpPr>
            <a:spLocks noGrp="1"/>
          </p:cNvSpPr>
          <p:nvPr>
            <p:ph idx="1"/>
          </p:nvPr>
        </p:nvSpPr>
        <p:spPr>
          <a:xfrm>
            <a:off x="533400" y="2028496"/>
            <a:ext cx="8229600" cy="5029200"/>
          </a:xfrm>
        </p:spPr>
        <p:txBody>
          <a:bodyPr/>
          <a:lstStyle/>
          <a:p>
            <a:pPr algn="just"/>
            <a:r>
              <a:rPr lang="en-US" altLang="en-US" sz="2200" dirty="0">
                <a:solidFill>
                  <a:srgbClr val="002060"/>
                </a:solidFill>
                <a:latin typeface="Times New Roman" panose="02020603050405020304" pitchFamily="18" charset="0"/>
                <a:cs typeface="Times New Roman" panose="02020603050405020304" pitchFamily="18" charset="0"/>
              </a:rPr>
              <a:t>Apply acquired skills in software engineering, networking, security, databases, intelligent systems, cloud computing and operating systems to adapt and deploy innovative software solutions for diverse applications.	</a:t>
            </a:r>
          </a:p>
          <a:p>
            <a:pPr algn="just"/>
            <a:endParaRPr lang="en-US" altLang="en-US" sz="2200" dirty="0">
              <a:solidFill>
                <a:srgbClr val="002060"/>
              </a:solidFill>
              <a:latin typeface="Times New Roman" panose="02020603050405020304" pitchFamily="18" charset="0"/>
              <a:cs typeface="Times New Roman" panose="02020603050405020304" pitchFamily="18" charset="0"/>
            </a:endParaRPr>
          </a:p>
          <a:p>
            <a:pPr algn="just"/>
            <a:r>
              <a:rPr lang="en-US" altLang="en-US" sz="2200" dirty="0">
                <a:solidFill>
                  <a:srgbClr val="002060"/>
                </a:solidFill>
                <a:latin typeface="Times New Roman" panose="02020603050405020304" pitchFamily="18" charset="0"/>
                <a:cs typeface="Times New Roman" panose="02020603050405020304" pitchFamily="18" charset="0"/>
              </a:rPr>
              <a:t>Apply diverse IT skills to design, develop, and evaluate innovative solutions for business environments, considering risks, and utilizing interdisciplinary knowledge for efficient real-time projects benefiting society.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CA2CA59C-DF2A-1E97-A068-437E4050DC91}"/>
              </a:ext>
            </a:extLst>
          </p:cNvPr>
          <p:cNvSpPr>
            <a:spLocks noGrp="1" noChangeArrowheads="1"/>
          </p:cNvSpPr>
          <p:nvPr>
            <p:ph type="title"/>
          </p:nvPr>
        </p:nvSpPr>
        <p:spPr>
          <a:xfrm>
            <a:off x="2484438" y="498475"/>
            <a:ext cx="3962400" cy="509588"/>
          </a:xfrm>
        </p:spPr>
        <p:txBody>
          <a:bodyPr/>
          <a:lstStyle/>
          <a:p>
            <a:pPr eaLnBrk="1"/>
            <a:r>
              <a:rPr lang="en-US" altLang="en-US"/>
              <a:t>Syllabus – CSE205</a:t>
            </a:r>
            <a:endParaRPr lang="en-IN" altLang="en-US"/>
          </a:p>
        </p:txBody>
      </p:sp>
      <p:pic>
        <p:nvPicPr>
          <p:cNvPr id="22531" name="Picture 3">
            <a:extLst>
              <a:ext uri="{FF2B5EF4-FFF2-40B4-BE49-F238E27FC236}">
                <a16:creationId xmlns:a16="http://schemas.microsoft.com/office/drawing/2014/main" id="{20593BA8-FDCF-7918-8B06-1541BAF0FA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08050"/>
            <a:ext cx="9144000" cy="543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a:extLst>
              <a:ext uri="{FF2B5EF4-FFF2-40B4-BE49-F238E27FC236}">
                <a16:creationId xmlns:a16="http://schemas.microsoft.com/office/drawing/2014/main" id="{3FBB18A8-3417-2726-38B1-3A2175E5422B}"/>
              </a:ext>
            </a:extLst>
          </p:cNvPr>
          <p:cNvSpPr>
            <a:spLocks noGrp="1" noChangeArrowheads="1"/>
          </p:cNvSpPr>
          <p:nvPr>
            <p:ph type="title" idx="4294967295"/>
          </p:nvPr>
        </p:nvSpPr>
        <p:spPr>
          <a:xfrm>
            <a:off x="0" y="685800"/>
            <a:ext cx="8882063" cy="677108"/>
          </a:xfrm>
        </p:spPr>
        <p:txBody>
          <a:bodyPr/>
          <a:lstStyle/>
          <a:p>
            <a:pPr eaLnBrk="1">
              <a:lnSpc>
                <a:spcPct val="100000"/>
              </a:lnSpc>
              <a:tabLst>
                <a:tab pos="0" algn="l"/>
                <a:tab pos="914400" algn="l"/>
                <a:tab pos="1828800" algn="l"/>
                <a:tab pos="2743200" algn="l"/>
                <a:tab pos="3657600" algn="l"/>
                <a:tab pos="4572000" algn="l"/>
                <a:tab pos="5486400" algn="l"/>
                <a:tab pos="6400800" algn="l"/>
                <a:tab pos="7315200" algn="l"/>
                <a:tab pos="8229600" algn="l"/>
              </a:tabLst>
            </a:pPr>
            <a:r>
              <a:rPr lang="en-US" altLang="en-US" sz="4400" dirty="0">
                <a:solidFill>
                  <a:srgbClr val="C00000"/>
                </a:solidFill>
                <a:latin typeface="Times New Roman" panose="02020603050405020304" pitchFamily="18" charset="0"/>
              </a:rPr>
              <a:t>Tentative Course Assessment Model</a:t>
            </a:r>
          </a:p>
        </p:txBody>
      </p:sp>
      <p:pic>
        <p:nvPicPr>
          <p:cNvPr id="32771" name="Picture 2">
            <a:extLst>
              <a:ext uri="{FF2B5EF4-FFF2-40B4-BE49-F238E27FC236}">
                <a16:creationId xmlns:a16="http://schemas.microsoft.com/office/drawing/2014/main" id="{092411AF-BD76-8221-DAFE-BF365FFD32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989138"/>
            <a:ext cx="5037138" cy="318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0056ABE-40F3-8BE6-9FB5-586D7C0AF268}"/>
              </a:ext>
            </a:extLst>
          </p:cNvPr>
          <p:cNvSpPr txBox="1"/>
          <p:nvPr/>
        </p:nvSpPr>
        <p:spPr>
          <a:xfrm>
            <a:off x="372579" y="5373216"/>
            <a:ext cx="8136904" cy="865237"/>
          </a:xfrm>
          <a:prstGeom prst="rect">
            <a:avLst/>
          </a:prstGeom>
          <a:noFill/>
        </p:spPr>
        <p:txBody>
          <a:bodyPr>
            <a:spAutoFit/>
          </a:bodyPr>
          <a:lstStyle/>
          <a:p>
            <a:pPr eaLnBrk="1" fontAlgn="auto">
              <a:lnSpc>
                <a:spcPct val="93000"/>
              </a:lnSpc>
              <a:spcBef>
                <a:spcPts val="13"/>
              </a:spcBef>
              <a:spcAft>
                <a:spcPts val="0"/>
              </a:spcAft>
              <a:buClr>
                <a:srgbClr val="000000"/>
              </a:buClr>
              <a:buSzPct val="100000"/>
              <a:buFont typeface="Times New Roman" panose="02020603050405020304" pitchFamily="18" charset="0"/>
              <a:buNone/>
              <a:defRPr/>
            </a:pPr>
            <a:r>
              <a:rPr lang="en-IN" b="1" dirty="0">
                <a:highlight>
                  <a:srgbClr val="FFFF00"/>
                </a:highlight>
              </a:rPr>
              <a:t>Note:</a:t>
            </a:r>
            <a:r>
              <a:rPr lang="en-IN" dirty="0">
                <a:highlight>
                  <a:srgbClr val="FFFF00"/>
                </a:highlight>
              </a:rPr>
              <a:t> The above assessment structure is </a:t>
            </a:r>
            <a:r>
              <a:rPr lang="en-IN" b="1" dirty="0">
                <a:highlight>
                  <a:srgbClr val="FFFF00"/>
                </a:highlight>
              </a:rPr>
              <a:t>purely tentative and subject to change</a:t>
            </a:r>
            <a:r>
              <a:rPr lang="en-IN" dirty="0">
                <a:highlight>
                  <a:srgbClr val="FFFF00"/>
                </a:highlight>
              </a:rPr>
              <a:t>. The </a:t>
            </a:r>
            <a:r>
              <a:rPr lang="en-IN" b="1" dirty="0">
                <a:highlight>
                  <a:srgbClr val="FFFF00"/>
                </a:highlight>
              </a:rPr>
              <a:t>marks/weightage and detailed evaluation criteria</a:t>
            </a:r>
            <a:r>
              <a:rPr lang="en-IN" dirty="0">
                <a:highlight>
                  <a:srgbClr val="FFFF00"/>
                </a:highlight>
              </a:rPr>
              <a:t> for each sub-component will be communicated separately in due course.</a:t>
            </a:r>
            <a:endParaRPr lang="en-IN" dirty="0">
              <a:solidFill>
                <a:schemeClr val="accent6">
                  <a:lumMod val="75000"/>
                </a:schemeClr>
              </a:solidFill>
              <a:highlight>
                <a:srgbClr val="FFFF00"/>
              </a:highlight>
              <a:latin typeface="Times New Roman" pitchFamily="18" charset="0"/>
              <a:cs typeface="Times New Roman" pitchFamily="18" charset="0"/>
            </a:endParaRPr>
          </a:p>
        </p:txBody>
      </p:sp>
    </p:spTree>
  </p:cSld>
  <p:clrMapOvr>
    <a:masterClrMapping/>
  </p:clrMapOvr>
  <p:transition spd="slow"/>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a:extLst>
              <a:ext uri="{FF2B5EF4-FFF2-40B4-BE49-F238E27FC236}">
                <a16:creationId xmlns:a16="http://schemas.microsoft.com/office/drawing/2014/main" id="{9020FAA1-8F61-48FD-15C5-1FC81191BF13}"/>
              </a:ext>
            </a:extLst>
          </p:cNvPr>
          <p:cNvSpPr>
            <a:spLocks noGrp="1" noChangeArrowheads="1"/>
          </p:cNvSpPr>
          <p:nvPr>
            <p:ph type="title" idx="4294967295"/>
          </p:nvPr>
        </p:nvSpPr>
        <p:spPr>
          <a:xfrm>
            <a:off x="1814513" y="1017588"/>
            <a:ext cx="5511800" cy="552450"/>
          </a:xfrm>
        </p:spPr>
        <p:txBody>
          <a:bodyPr/>
          <a:lstStyle/>
          <a:p>
            <a:pPr eaLnBrk="1">
              <a:lnSpc>
                <a:spcPct val="100000"/>
              </a:lnSpc>
              <a:tabLst>
                <a:tab pos="0" algn="l"/>
                <a:tab pos="914400" algn="l"/>
                <a:tab pos="1828800" algn="l"/>
                <a:tab pos="2743200" algn="l"/>
                <a:tab pos="3657600" algn="l"/>
                <a:tab pos="4572000" algn="l"/>
                <a:tab pos="5486400" algn="l"/>
              </a:tabLst>
            </a:pPr>
            <a:r>
              <a:rPr lang="en-US" altLang="en-US" sz="3600">
                <a:solidFill>
                  <a:srgbClr val="C00000"/>
                </a:solidFill>
                <a:latin typeface="Times New Roman" panose="02020603050405020304" pitchFamily="18" charset="0"/>
              </a:rPr>
              <a:t>Practice Problems</a:t>
            </a:r>
          </a:p>
        </p:txBody>
      </p:sp>
      <p:sp>
        <p:nvSpPr>
          <p:cNvPr id="21506" name="Text Box 2">
            <a:extLst>
              <a:ext uri="{FF2B5EF4-FFF2-40B4-BE49-F238E27FC236}">
                <a16:creationId xmlns:a16="http://schemas.microsoft.com/office/drawing/2014/main" id="{6C6D8980-7F08-DCC1-4AAF-1F5B0B5F2D14}"/>
              </a:ext>
            </a:extLst>
          </p:cNvPr>
          <p:cNvSpPr txBox="1">
            <a:spLocks noChangeArrowheads="1"/>
          </p:cNvSpPr>
          <p:nvPr/>
        </p:nvSpPr>
        <p:spPr bwMode="auto">
          <a:xfrm>
            <a:off x="457200" y="1935163"/>
            <a:ext cx="8228013" cy="2141537"/>
          </a:xfrm>
          <a:prstGeom prst="rect">
            <a:avLst/>
          </a:prstGeom>
          <a:noFill/>
          <a:ln>
            <a:noFill/>
          </a:ln>
          <a:effectLst/>
        </p:spPr>
        <p:txBody>
          <a:bodyPr lIns="0" tIns="0" rIns="0" bIns="0"/>
          <a:lstStyle>
            <a:lvl1pPr>
              <a:tabLst>
                <a:tab pos="0" algn="l"/>
                <a:tab pos="914400" algn="l"/>
                <a:tab pos="1828800" algn="l"/>
                <a:tab pos="2743200" algn="l"/>
                <a:tab pos="3657600" algn="l"/>
                <a:tab pos="4572000" algn="l"/>
                <a:tab pos="5486400" algn="l"/>
                <a:tab pos="6400800" algn="l"/>
                <a:tab pos="7315200" algn="l"/>
              </a:tabLst>
              <a:defRPr>
                <a:solidFill>
                  <a:srgbClr val="000000"/>
                </a:solidFill>
                <a:latin typeface="Arial" panose="020B0604020202020204" pitchFamily="34" charset="0"/>
                <a:cs typeface="Noto Sans CJK SC" charset="0"/>
              </a:defRPr>
            </a:lvl1pPr>
            <a:lvl2pPr>
              <a:tabLst>
                <a:tab pos="0" algn="l"/>
                <a:tab pos="914400" algn="l"/>
                <a:tab pos="1828800" algn="l"/>
                <a:tab pos="2743200" algn="l"/>
                <a:tab pos="3657600" algn="l"/>
                <a:tab pos="4572000" algn="l"/>
                <a:tab pos="5486400" algn="l"/>
                <a:tab pos="6400800" algn="l"/>
                <a:tab pos="7315200" algn="l"/>
              </a:tabLst>
              <a:defRPr>
                <a:solidFill>
                  <a:srgbClr val="000000"/>
                </a:solidFill>
                <a:latin typeface="Arial" panose="020B0604020202020204" pitchFamily="34" charset="0"/>
                <a:cs typeface="Noto Sans CJK SC" charset="0"/>
              </a:defRPr>
            </a:lvl2pPr>
            <a:lvl3pPr>
              <a:tabLst>
                <a:tab pos="0" algn="l"/>
                <a:tab pos="914400" algn="l"/>
                <a:tab pos="1828800" algn="l"/>
                <a:tab pos="2743200" algn="l"/>
                <a:tab pos="3657600" algn="l"/>
                <a:tab pos="4572000" algn="l"/>
                <a:tab pos="5486400" algn="l"/>
                <a:tab pos="6400800" algn="l"/>
                <a:tab pos="7315200" algn="l"/>
              </a:tabLst>
              <a:defRPr>
                <a:solidFill>
                  <a:srgbClr val="000000"/>
                </a:solidFill>
                <a:latin typeface="Arial" panose="020B0604020202020204" pitchFamily="34" charset="0"/>
                <a:cs typeface="Noto Sans CJK SC" charset="0"/>
              </a:defRPr>
            </a:lvl3pPr>
            <a:lvl4pPr>
              <a:tabLst>
                <a:tab pos="0" algn="l"/>
                <a:tab pos="914400" algn="l"/>
                <a:tab pos="1828800" algn="l"/>
                <a:tab pos="2743200" algn="l"/>
                <a:tab pos="3657600" algn="l"/>
                <a:tab pos="4572000" algn="l"/>
                <a:tab pos="5486400" algn="l"/>
                <a:tab pos="6400800" algn="l"/>
                <a:tab pos="7315200" algn="l"/>
              </a:tabLst>
              <a:defRPr>
                <a:solidFill>
                  <a:srgbClr val="000000"/>
                </a:solidFill>
                <a:latin typeface="Arial" panose="020B0604020202020204" pitchFamily="34" charset="0"/>
                <a:cs typeface="Noto Sans CJK SC" charset="0"/>
              </a:defRPr>
            </a:lvl4pPr>
            <a:lvl5pPr>
              <a:tabLst>
                <a:tab pos="0" algn="l"/>
                <a:tab pos="914400" algn="l"/>
                <a:tab pos="1828800" algn="l"/>
                <a:tab pos="2743200" algn="l"/>
                <a:tab pos="3657600" algn="l"/>
                <a:tab pos="4572000" algn="l"/>
                <a:tab pos="5486400" algn="l"/>
                <a:tab pos="6400800" algn="l"/>
                <a:tab pos="7315200" algn="l"/>
              </a:tabLst>
              <a:defRPr>
                <a:solidFill>
                  <a:srgbClr val="000000"/>
                </a:solidFill>
                <a:latin typeface="Arial" panose="020B0604020202020204" pitchFamily="34" charset="0"/>
                <a:cs typeface="Noto Sans CJK SC"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Lst>
              <a:defRPr>
                <a:solidFill>
                  <a:srgbClr val="000000"/>
                </a:solidFill>
                <a:latin typeface="Arial" panose="020B0604020202020204" pitchFamily="34" charset="0"/>
                <a:cs typeface="Noto Sans CJK SC"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Lst>
              <a:defRPr>
                <a:solidFill>
                  <a:srgbClr val="000000"/>
                </a:solidFill>
                <a:latin typeface="Arial" panose="020B0604020202020204" pitchFamily="34" charset="0"/>
                <a:cs typeface="Noto Sans CJK SC"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Lst>
              <a:defRPr>
                <a:solidFill>
                  <a:srgbClr val="000000"/>
                </a:solidFill>
                <a:latin typeface="Arial" panose="020B0604020202020204" pitchFamily="34" charset="0"/>
                <a:cs typeface="Noto Sans CJK SC"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Lst>
              <a:defRPr>
                <a:solidFill>
                  <a:srgbClr val="000000"/>
                </a:solidFill>
                <a:latin typeface="Arial" panose="020B0604020202020204" pitchFamily="34" charset="0"/>
                <a:cs typeface="Noto Sans CJK SC" charset="0"/>
              </a:defRPr>
            </a:lvl9pPr>
          </a:lstStyle>
          <a:p>
            <a:pPr marL="342900" indent="-342900" algn="just" eaLnBrk="1">
              <a:spcBef>
                <a:spcPts val="488"/>
              </a:spcBef>
              <a:spcAft>
                <a:spcPts val="13"/>
              </a:spcAft>
              <a:buClr>
                <a:srgbClr val="000000"/>
              </a:buClr>
              <a:buSzPct val="100000"/>
              <a:buFont typeface="Arial" panose="020B0604020202020204" pitchFamily="34" charset="0"/>
              <a:buChar char="•"/>
              <a:defRPr/>
            </a:pPr>
            <a:r>
              <a:rPr lang="en-US" altLang="en-US" sz="2400" dirty="0">
                <a:solidFill>
                  <a:srgbClr val="002060"/>
                </a:solidFill>
                <a:latin typeface="Times New Roman" panose="02020603050405020304" pitchFamily="18" charset="0"/>
              </a:rPr>
              <a:t>In the Practice Problems, marks are only for coding Problems.</a:t>
            </a:r>
          </a:p>
          <a:p>
            <a:pPr marL="342900" indent="-342900" algn="just" eaLnBrk="1">
              <a:spcBef>
                <a:spcPts val="488"/>
              </a:spcBef>
              <a:spcAft>
                <a:spcPts val="13"/>
              </a:spcAft>
              <a:buClr>
                <a:srgbClr val="000000"/>
              </a:buClr>
              <a:buSzPct val="100000"/>
              <a:buFont typeface="Arial" panose="020B0604020202020204" pitchFamily="34" charset="0"/>
              <a:buChar char="•"/>
              <a:defRPr/>
            </a:pPr>
            <a:r>
              <a:rPr lang="en-US" altLang="en-US" sz="2400" dirty="0">
                <a:solidFill>
                  <a:srgbClr val="002060"/>
                </a:solidFill>
                <a:latin typeface="Times New Roman" panose="02020603050405020304" pitchFamily="18" charset="0"/>
              </a:rPr>
              <a:t>MCQs are only for practice. No marks for MCQs.</a:t>
            </a:r>
          </a:p>
          <a:p>
            <a:pPr marL="342900" indent="-342900" algn="just" eaLnBrk="1">
              <a:spcBef>
                <a:spcPts val="488"/>
              </a:spcBef>
              <a:spcAft>
                <a:spcPts val="13"/>
              </a:spcAft>
              <a:buClr>
                <a:srgbClr val="000000"/>
              </a:buClr>
              <a:buSzPct val="100000"/>
              <a:buFont typeface="Arial" panose="020B0604020202020204" pitchFamily="34" charset="0"/>
              <a:buChar char="•"/>
              <a:defRPr/>
            </a:pPr>
            <a:r>
              <a:rPr lang="en-US" altLang="en-US" sz="2400" dirty="0">
                <a:solidFill>
                  <a:srgbClr val="002060"/>
                </a:solidFill>
                <a:latin typeface="Times New Roman" panose="02020603050405020304" pitchFamily="18" charset="0"/>
              </a:rPr>
              <a:t>In order to qualify for programming practice marks, the student must solve a minimum of 50% (50% Coding Problems + 50% MCQs) problems (eligibility condition)</a:t>
            </a:r>
            <a:endParaRPr lang="en-US" altLang="en-US" sz="2400" dirty="0">
              <a:latin typeface="Calibri" panose="020F0502020204030204" pitchFamily="34" charset="0"/>
            </a:endParaRPr>
          </a:p>
          <a:p>
            <a:pPr algn="just" eaLnBrk="1">
              <a:spcBef>
                <a:spcPts val="488"/>
              </a:spcBef>
              <a:spcAft>
                <a:spcPts val="13"/>
              </a:spcAft>
              <a:buClr>
                <a:srgbClr val="000000"/>
              </a:buClr>
              <a:buSzPct val="100000"/>
              <a:buFont typeface="Times New Roman" panose="02020603050405020304" pitchFamily="18" charset="0"/>
              <a:buNone/>
              <a:defRPr/>
            </a:pPr>
            <a:endParaRPr lang="en-US" altLang="en-US" sz="2400" dirty="0">
              <a:latin typeface="Calibri" panose="020F0502020204030204" pitchFamily="34" charset="0"/>
            </a:endParaRPr>
          </a:p>
          <a:p>
            <a:pPr algn="ctr" eaLnBrk="1">
              <a:spcBef>
                <a:spcPts val="575"/>
              </a:spcBef>
              <a:spcAft>
                <a:spcPts val="13"/>
              </a:spcAft>
              <a:buClr>
                <a:srgbClr val="000000"/>
              </a:buClr>
              <a:buSzPct val="100000"/>
              <a:buFont typeface="Times New Roman" panose="02020603050405020304" pitchFamily="18" charset="0"/>
              <a:buNone/>
              <a:defRPr/>
            </a:pPr>
            <a:r>
              <a:rPr lang="en-US" altLang="en-US" sz="2800" dirty="0">
                <a:solidFill>
                  <a:srgbClr val="C00000"/>
                </a:solidFill>
                <a:latin typeface="Times New Roman" panose="02020603050405020304" pitchFamily="18" charset="0"/>
              </a:rPr>
              <a:t>Unit-wise Sequence locking</a:t>
            </a:r>
          </a:p>
        </p:txBody>
      </p:sp>
    </p:spTree>
  </p:cSld>
  <p:clrMapOvr>
    <a:masterClrMapping/>
  </p:clrMapOvr>
  <p:transition spd="slow"/>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a:extLst>
              <a:ext uri="{FF2B5EF4-FFF2-40B4-BE49-F238E27FC236}">
                <a16:creationId xmlns:a16="http://schemas.microsoft.com/office/drawing/2014/main" id="{D5D81FC9-C80B-8734-F975-9C1F21CEF7C2}"/>
              </a:ext>
            </a:extLst>
          </p:cNvPr>
          <p:cNvSpPr>
            <a:spLocks noGrp="1" noChangeArrowheads="1"/>
          </p:cNvSpPr>
          <p:nvPr>
            <p:ph type="title" idx="4294967295"/>
          </p:nvPr>
        </p:nvSpPr>
        <p:spPr>
          <a:xfrm>
            <a:off x="850900" y="811213"/>
            <a:ext cx="7675563" cy="614362"/>
          </a:xfrm>
        </p:spPr>
        <p:txBody>
          <a:bodyPr/>
          <a:lstStyle/>
          <a:p>
            <a:pPr eaLnBrk="1">
              <a:lnSpc>
                <a:spcPct val="100000"/>
              </a:lnSpc>
              <a:tabLst>
                <a:tab pos="0" algn="l"/>
                <a:tab pos="914400" algn="l"/>
                <a:tab pos="1828800" algn="l"/>
                <a:tab pos="2743200" algn="l"/>
                <a:tab pos="3657600" algn="l"/>
                <a:tab pos="4572000" algn="l"/>
                <a:tab pos="5486400" algn="l"/>
                <a:tab pos="6400800" algn="l"/>
                <a:tab pos="7315200" algn="l"/>
              </a:tabLst>
            </a:pPr>
            <a:r>
              <a:rPr lang="en-US" altLang="en-US" sz="4000">
                <a:solidFill>
                  <a:srgbClr val="C00000"/>
                </a:solidFill>
                <a:latin typeface="Times New Roman" panose="02020603050405020304" pitchFamily="18" charset="0"/>
              </a:rPr>
              <a:t>Daily Practice Problems </a:t>
            </a:r>
          </a:p>
        </p:txBody>
      </p:sp>
      <p:graphicFrame>
        <p:nvGraphicFramePr>
          <p:cNvPr id="22530" name="Group 2">
            <a:extLst>
              <a:ext uri="{FF2B5EF4-FFF2-40B4-BE49-F238E27FC236}">
                <a16:creationId xmlns:a16="http://schemas.microsoft.com/office/drawing/2014/main" id="{E2177A7D-4B86-0D83-3D9D-8F7EDC0D46AF}"/>
              </a:ext>
            </a:extLst>
          </p:cNvPr>
          <p:cNvGraphicFramePr>
            <a:graphicFrameLocks noGrp="1"/>
          </p:cNvGraphicFramePr>
          <p:nvPr/>
        </p:nvGraphicFramePr>
        <p:xfrm>
          <a:off x="457200" y="1863725"/>
          <a:ext cx="8231188" cy="3559182"/>
        </p:xfrm>
        <a:graphic>
          <a:graphicData uri="http://schemas.openxmlformats.org/drawingml/2006/table">
            <a:tbl>
              <a:tblPr/>
              <a:tblGrid>
                <a:gridCol w="7620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2820988">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700306">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ct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FFFFFF"/>
                          </a:solidFill>
                          <a:effectLst/>
                          <a:latin typeface="Times New Roman" panose="02020603050405020304" pitchFamily="18" charset="0"/>
                          <a:cs typeface="Noto Sans CJK SC" charset="0"/>
                        </a:rPr>
                        <a:t>S. No</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4BACC6"/>
                    </a:solidFill>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ct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FFFFFF"/>
                          </a:solidFill>
                          <a:effectLst/>
                          <a:latin typeface="Times New Roman" panose="02020603050405020304" pitchFamily="18" charset="0"/>
                          <a:cs typeface="Noto Sans CJK SC" charset="0"/>
                        </a:rPr>
                        <a:t>Unit</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4BACC6"/>
                    </a:solidFill>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ct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FFFFFF"/>
                          </a:solidFill>
                          <a:effectLst/>
                          <a:latin typeface="Times New Roman" panose="02020603050405020304" pitchFamily="18" charset="0"/>
                          <a:cs typeface="Noto Sans CJK SC" charset="0"/>
                        </a:rPr>
                        <a:t>Question </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4BACC6"/>
                    </a:solidFill>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ct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FFFFFF"/>
                          </a:solidFill>
                          <a:effectLst/>
                          <a:latin typeface="Times New Roman" panose="02020603050405020304" pitchFamily="18" charset="0"/>
                          <a:cs typeface="Noto Sans CJK SC" charset="0"/>
                        </a:rPr>
                        <a:t>Tentative Dates for Completion</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4BACC6"/>
                    </a:solidFill>
                  </a:tcPr>
                </a:tc>
                <a:extLst>
                  <a:ext uri="{0D108BD9-81ED-4DB2-BD59-A6C34878D82A}">
                    <a16:rowId xmlns:a16="http://schemas.microsoft.com/office/drawing/2014/main" val="10000"/>
                  </a:ext>
                </a:extLst>
              </a:tr>
              <a:tr h="447641">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ct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1</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CFE2EA"/>
                    </a:solidFill>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l"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Unit-1</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CFE2EA"/>
                    </a:solidFill>
                  </a:tcPr>
                </a:tc>
                <a:tc rowSpan="6">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ct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endParaRPr kumimoji="0" lang="en-US" altLang="en-US" sz="2000" b="0" i="0" u="none" strike="noStrike" cap="none" normalizeH="0" baseline="0">
                        <a:ln>
                          <a:noFill/>
                        </a:ln>
                        <a:solidFill>
                          <a:srgbClr val="000000"/>
                        </a:solidFill>
                        <a:effectLst/>
                        <a:latin typeface="Arial" panose="020B0604020202020204" pitchFamily="34" charset="0"/>
                        <a:cs typeface="Noto Sans CJK SC" charset="0"/>
                      </a:endParaRPr>
                    </a:p>
                    <a:p>
                      <a:pPr marL="0" marR="0" lvl="0" indent="0" algn="ct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At-least 15 Multiple Choice Questions  and 21 Coding problems in each unit</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CFE2EA"/>
                    </a:solidFill>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l"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27</a:t>
                      </a:r>
                      <a:r>
                        <a:rPr kumimoji="0" lang="en-US" altLang="en-US" sz="2000" b="0" i="0" u="none" strike="noStrike" cap="none" normalizeH="0" baseline="30000">
                          <a:ln>
                            <a:noFill/>
                          </a:ln>
                          <a:solidFill>
                            <a:srgbClr val="000000"/>
                          </a:solidFill>
                          <a:effectLst/>
                          <a:latin typeface="Times New Roman" panose="02020603050405020304" pitchFamily="18" charset="0"/>
                          <a:cs typeface="Noto Sans CJK SC" charset="0"/>
                        </a:rPr>
                        <a:t>th</a:t>
                      </a: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  August 2026</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CFE2EA"/>
                    </a:solidFill>
                  </a:tcPr>
                </a:tc>
                <a:extLst>
                  <a:ext uri="{0D108BD9-81ED-4DB2-BD59-A6C34878D82A}">
                    <a16:rowId xmlns:a16="http://schemas.microsoft.com/office/drawing/2014/main" val="10001"/>
                  </a:ext>
                </a:extLst>
              </a:tr>
              <a:tr h="447641">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ct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2</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E8F1F4"/>
                    </a:solidFill>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l"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Unit-2</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E8F1F4"/>
                    </a:solidFill>
                  </a:tcPr>
                </a:tc>
                <a:tc vMerge="1">
                  <a:txBody>
                    <a:bodyPr/>
                    <a:lstStyle/>
                    <a:p>
                      <a:endParaRPr lang="en-IN"/>
                    </a:p>
                  </a:txBody>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l"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15</a:t>
                      </a:r>
                      <a:r>
                        <a:rPr kumimoji="0" lang="en-US" altLang="en-US" sz="2000" b="0" i="0" u="none" strike="noStrike" cap="none" normalizeH="0" baseline="30000">
                          <a:ln>
                            <a:noFill/>
                          </a:ln>
                          <a:solidFill>
                            <a:srgbClr val="000000"/>
                          </a:solidFill>
                          <a:effectLst/>
                          <a:latin typeface="Times New Roman" panose="02020603050405020304" pitchFamily="18" charset="0"/>
                          <a:cs typeface="Noto Sans CJK SC" charset="0"/>
                        </a:rPr>
                        <a:t>th</a:t>
                      </a: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  September 2026</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E8F1F4"/>
                    </a:solidFill>
                  </a:tcPr>
                </a:tc>
                <a:extLst>
                  <a:ext uri="{0D108BD9-81ED-4DB2-BD59-A6C34878D82A}">
                    <a16:rowId xmlns:a16="http://schemas.microsoft.com/office/drawing/2014/main" val="10002"/>
                  </a:ext>
                </a:extLst>
              </a:tr>
              <a:tr h="447641">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ct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3</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CFE2EA"/>
                    </a:solidFill>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l"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Unit-3</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CFE2EA"/>
                    </a:solidFill>
                  </a:tcPr>
                </a:tc>
                <a:tc vMerge="1">
                  <a:txBody>
                    <a:bodyPr/>
                    <a:lstStyle/>
                    <a:p>
                      <a:endParaRPr lang="en-IN"/>
                    </a:p>
                  </a:txBody>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l"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1</a:t>
                      </a:r>
                      <a:r>
                        <a:rPr kumimoji="0" lang="en-US" altLang="en-US" sz="2000" b="0" i="0" u="none" strike="noStrike" cap="none" normalizeH="0" baseline="30000">
                          <a:ln>
                            <a:noFill/>
                          </a:ln>
                          <a:solidFill>
                            <a:srgbClr val="000000"/>
                          </a:solidFill>
                          <a:effectLst/>
                          <a:latin typeface="Times New Roman" panose="02020603050405020304" pitchFamily="18" charset="0"/>
                          <a:cs typeface="Noto Sans CJK SC" charset="0"/>
                        </a:rPr>
                        <a:t>st</a:t>
                      </a: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 October 2026</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CFE2EA"/>
                    </a:solidFill>
                  </a:tcPr>
                </a:tc>
                <a:extLst>
                  <a:ext uri="{0D108BD9-81ED-4DB2-BD59-A6C34878D82A}">
                    <a16:rowId xmlns:a16="http://schemas.microsoft.com/office/drawing/2014/main" val="10003"/>
                  </a:ext>
                </a:extLst>
              </a:tr>
              <a:tr h="447641">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ct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4</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E8F1F4"/>
                    </a:solidFill>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l"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Unit-4</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E8F1F4"/>
                    </a:solidFill>
                  </a:tcPr>
                </a:tc>
                <a:tc vMerge="1">
                  <a:txBody>
                    <a:bodyPr/>
                    <a:lstStyle/>
                    <a:p>
                      <a:endParaRPr lang="en-IN"/>
                    </a:p>
                  </a:txBody>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l"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18</a:t>
                      </a:r>
                      <a:r>
                        <a:rPr kumimoji="0" lang="en-US" altLang="en-US" sz="2000" b="0" i="0" u="none" strike="noStrike" cap="none" normalizeH="0" baseline="30000">
                          <a:ln>
                            <a:noFill/>
                          </a:ln>
                          <a:solidFill>
                            <a:srgbClr val="000000"/>
                          </a:solidFill>
                          <a:effectLst/>
                          <a:latin typeface="Times New Roman" panose="02020603050405020304" pitchFamily="18" charset="0"/>
                          <a:cs typeface="Noto Sans CJK SC" charset="0"/>
                        </a:rPr>
                        <a:t>th</a:t>
                      </a: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 October 2026</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E8F1F4"/>
                    </a:solidFill>
                  </a:tcPr>
                </a:tc>
                <a:extLst>
                  <a:ext uri="{0D108BD9-81ED-4DB2-BD59-A6C34878D82A}">
                    <a16:rowId xmlns:a16="http://schemas.microsoft.com/office/drawing/2014/main" val="10004"/>
                  </a:ext>
                </a:extLst>
              </a:tr>
              <a:tr h="447641">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ct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5</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CFE2EA"/>
                    </a:solidFill>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l"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Unit-5</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CFE2EA"/>
                    </a:solidFill>
                  </a:tcPr>
                </a:tc>
                <a:tc vMerge="1">
                  <a:txBody>
                    <a:bodyPr/>
                    <a:lstStyle/>
                    <a:p>
                      <a:endParaRPr lang="en-IN"/>
                    </a:p>
                  </a:txBody>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l"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5</a:t>
                      </a:r>
                      <a:r>
                        <a:rPr kumimoji="0" lang="en-US" altLang="en-US" sz="2000" b="0" i="0" u="none" strike="noStrike" cap="none" normalizeH="0" baseline="30000">
                          <a:ln>
                            <a:noFill/>
                          </a:ln>
                          <a:solidFill>
                            <a:srgbClr val="000000"/>
                          </a:solidFill>
                          <a:effectLst/>
                          <a:latin typeface="Times New Roman" panose="02020603050405020304" pitchFamily="18" charset="0"/>
                          <a:cs typeface="Noto Sans CJK SC" charset="0"/>
                        </a:rPr>
                        <a:t>th</a:t>
                      </a: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  November 2026</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CFE2EA"/>
                    </a:solidFill>
                  </a:tcPr>
                </a:tc>
                <a:extLst>
                  <a:ext uri="{0D108BD9-81ED-4DB2-BD59-A6C34878D82A}">
                    <a16:rowId xmlns:a16="http://schemas.microsoft.com/office/drawing/2014/main" val="10005"/>
                  </a:ext>
                </a:extLst>
              </a:tr>
              <a:tr h="620665">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ct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6</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E8F1F4"/>
                    </a:solidFill>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l"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Unit-6</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E8F1F4"/>
                    </a:solidFill>
                  </a:tcPr>
                </a:tc>
                <a:tc vMerge="1">
                  <a:txBody>
                    <a:bodyPr/>
                    <a:lstStyle/>
                    <a:p>
                      <a:endParaRPr lang="en-IN"/>
                    </a:p>
                  </a:txBody>
                  <a:tcPr/>
                </a:tc>
                <a:tc>
                  <a:txBody>
                    <a:bodyPr/>
                    <a:lstStyle>
                      <a:lvl1pPr>
                        <a:lnSpc>
                          <a:spcPct val="83000"/>
                        </a:lnSpc>
                        <a:spcBef>
                          <a:spcPts val="375"/>
                        </a:spcBef>
                        <a:tabLst>
                          <a:tab pos="914400" algn="l"/>
                          <a:tab pos="1828800" algn="l"/>
                          <a:tab pos="2743200" algn="l"/>
                          <a:tab pos="3657600" algn="l"/>
                          <a:tab pos="4572000" algn="l"/>
                          <a:tab pos="5486400" algn="l"/>
                          <a:tab pos="6400800" algn="l"/>
                          <a:tab pos="7315200" algn="l"/>
                          <a:tab pos="8229600" algn="l"/>
                        </a:tabLst>
                        <a:defRPr sz="1600">
                          <a:solidFill>
                            <a:srgbClr val="000000"/>
                          </a:solidFill>
                          <a:latin typeface="Calibri" panose="020F0502020204030204" pitchFamily="34" charset="0"/>
                          <a:cs typeface="Noto Sans CJK SC" charset="0"/>
                        </a:defRPr>
                      </a:lvl1pPr>
                      <a:lvl2pPr>
                        <a:lnSpc>
                          <a:spcPct val="83000"/>
                        </a:lnSpc>
                        <a:spcBef>
                          <a:spcPts val="1138"/>
                        </a:spcBef>
                        <a:tabLst>
                          <a:tab pos="914400" algn="l"/>
                          <a:tab pos="1828800" algn="l"/>
                          <a:tab pos="2743200" algn="l"/>
                          <a:tab pos="3657600" algn="l"/>
                          <a:tab pos="4572000" algn="l"/>
                          <a:tab pos="5486400" algn="l"/>
                          <a:tab pos="6400800" algn="l"/>
                          <a:tab pos="7315200" algn="l"/>
                          <a:tab pos="8229600" algn="l"/>
                        </a:tabLst>
                        <a:defRPr sz="2400">
                          <a:solidFill>
                            <a:srgbClr val="000000"/>
                          </a:solidFill>
                          <a:latin typeface="Calibri" panose="020F0502020204030204" pitchFamily="34" charset="0"/>
                          <a:cs typeface="Noto Sans CJK SC" charset="0"/>
                        </a:defRPr>
                      </a:lvl2pPr>
                      <a:lvl3pPr>
                        <a:lnSpc>
                          <a:spcPct val="83000"/>
                        </a:lnSpc>
                        <a:spcBef>
                          <a:spcPts val="863"/>
                        </a:spcBef>
                        <a:tabLst>
                          <a:tab pos="914400" algn="l"/>
                          <a:tab pos="1828800" algn="l"/>
                          <a:tab pos="2743200" algn="l"/>
                          <a:tab pos="3657600" algn="l"/>
                          <a:tab pos="4572000" algn="l"/>
                          <a:tab pos="5486400" algn="l"/>
                          <a:tab pos="6400800" algn="l"/>
                          <a:tab pos="7315200" algn="l"/>
                          <a:tab pos="8229600" algn="l"/>
                        </a:tabLst>
                        <a:defRPr sz="2000">
                          <a:solidFill>
                            <a:srgbClr val="000000"/>
                          </a:solidFill>
                          <a:latin typeface="Calibri" panose="020F0502020204030204" pitchFamily="34" charset="0"/>
                          <a:cs typeface="Noto Sans CJK SC" charset="0"/>
                        </a:defRPr>
                      </a:lvl3pPr>
                      <a:lvl4pPr>
                        <a:lnSpc>
                          <a:spcPct val="83000"/>
                        </a:lnSpc>
                        <a:spcBef>
                          <a:spcPts val="575"/>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4pPr>
                      <a:lvl5pPr>
                        <a:lnSpc>
                          <a:spcPct val="83000"/>
                        </a:lnSpc>
                        <a:spcBef>
                          <a:spcPts val="288"/>
                        </a:spcBef>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5pPr>
                      <a:lvl6pPr marL="25146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6pPr>
                      <a:lvl7pPr marL="29718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7pPr>
                      <a:lvl8pPr marL="34290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8pPr>
                      <a:lvl9pPr marL="3886200" indent="-228600" fontAlgn="base" hangingPunct="0">
                        <a:lnSpc>
                          <a:spcPct val="83000"/>
                        </a:lnSpc>
                        <a:spcBef>
                          <a:spcPts val="288"/>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Lst>
                        <a:defRPr>
                          <a:solidFill>
                            <a:srgbClr val="000000"/>
                          </a:solidFill>
                          <a:latin typeface="Calibri" panose="020F0502020204030204" pitchFamily="34" charset="0"/>
                          <a:cs typeface="Noto Sans CJK SC" charset="0"/>
                        </a:defRPr>
                      </a:lvl9pPr>
                    </a:lstStyle>
                    <a:p>
                      <a:pPr marL="0" marR="0" lvl="0" indent="0" algn="l"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Lst>
                      </a:pP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20</a:t>
                      </a:r>
                      <a:r>
                        <a:rPr kumimoji="0" lang="en-US" altLang="en-US" sz="2000" b="0" i="0" u="none" strike="noStrike" cap="none" normalizeH="0" baseline="30000">
                          <a:ln>
                            <a:noFill/>
                          </a:ln>
                          <a:solidFill>
                            <a:srgbClr val="000000"/>
                          </a:solidFill>
                          <a:effectLst/>
                          <a:latin typeface="Times New Roman" panose="02020603050405020304" pitchFamily="18" charset="0"/>
                          <a:cs typeface="Noto Sans CJK SC" charset="0"/>
                        </a:rPr>
                        <a:t>th</a:t>
                      </a:r>
                      <a:r>
                        <a:rPr kumimoji="0" lang="en-US" altLang="en-US" sz="2000" b="0" i="0" u="none" strike="noStrike" cap="none" normalizeH="0" baseline="0">
                          <a:ln>
                            <a:noFill/>
                          </a:ln>
                          <a:solidFill>
                            <a:srgbClr val="000000"/>
                          </a:solidFill>
                          <a:effectLst/>
                          <a:latin typeface="Times New Roman" panose="02020603050405020304" pitchFamily="18" charset="0"/>
                          <a:cs typeface="Noto Sans CJK SC" charset="0"/>
                        </a:rPr>
                        <a:t> November 2026</a:t>
                      </a:r>
                    </a:p>
                  </a:txBody>
                  <a:tcPr marT="45356" marB="45356" horzOverflow="overflow">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lnTlToBr>
                      <a:noFill/>
                    </a:lnTlToBr>
                    <a:lnBlToTr>
                      <a:noFill/>
                    </a:lnBlToTr>
                    <a:solidFill>
                      <a:srgbClr val="E8F1F4"/>
                    </a:solidFill>
                  </a:tcPr>
                </a:tc>
                <a:extLst>
                  <a:ext uri="{0D108BD9-81ED-4DB2-BD59-A6C34878D82A}">
                    <a16:rowId xmlns:a16="http://schemas.microsoft.com/office/drawing/2014/main" val="10006"/>
                  </a:ext>
                </a:extLst>
              </a:tr>
            </a:tbl>
          </a:graphicData>
        </a:graphic>
      </p:graphicFrame>
      <p:sp>
        <p:nvSpPr>
          <p:cNvPr id="116781" name="Rectangle 88">
            <a:extLst>
              <a:ext uri="{FF2B5EF4-FFF2-40B4-BE49-F238E27FC236}">
                <a16:creationId xmlns:a16="http://schemas.microsoft.com/office/drawing/2014/main" id="{548706EB-2FB4-8026-ACB8-97D56235DF05}"/>
              </a:ext>
            </a:extLst>
          </p:cNvPr>
          <p:cNvSpPr>
            <a:spLocks noChangeArrowheads="1"/>
          </p:cNvSpPr>
          <p:nvPr/>
        </p:nvSpPr>
        <p:spPr bwMode="auto">
          <a:xfrm>
            <a:off x="457200" y="5262563"/>
            <a:ext cx="8228013" cy="1141412"/>
          </a:xfrm>
          <a:prstGeom prst="rect">
            <a:avLst/>
          </a:prstGeom>
          <a:noFill/>
          <a:ln>
            <a:noFill/>
          </a:ln>
          <a:effectLst/>
        </p:spPr>
        <p:txBody>
          <a:bodyPr lIns="90000" tIns="45000" rIns="90000" bIns="45000" anchor="ct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Noto Sans CJK SC"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Noto Sans CJK SC"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Noto Sans CJK SC"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Noto Sans CJK SC"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Noto Sans CJK SC"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Noto Sans CJK SC"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Noto Sans CJK SC"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Noto Sans CJK SC"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Noto Sans CJK SC" charset="0"/>
              </a:defRPr>
            </a:lvl9pPr>
          </a:lstStyle>
          <a:p>
            <a:pPr eaLnBrk="1">
              <a:lnSpc>
                <a:spcPct val="100000"/>
              </a:lnSpc>
              <a:defRPr/>
            </a:pPr>
            <a:r>
              <a:rPr lang="en-US" altLang="en-US" sz="1400" dirty="0">
                <a:solidFill>
                  <a:srgbClr val="C00000"/>
                </a:solidFill>
                <a:latin typeface="Times New Roman" panose="02020603050405020304" pitchFamily="18" charset="0"/>
              </a:rPr>
              <a:t>Note:- </a:t>
            </a:r>
            <a:r>
              <a:rPr lang="en-US" altLang="en-US" sz="1400" dirty="0">
                <a:solidFill>
                  <a:srgbClr val="000000"/>
                </a:solidFill>
                <a:latin typeface="Times New Roman" panose="02020603050405020304" pitchFamily="18" charset="0"/>
              </a:rPr>
              <a:t>Most Important for the improvement of Performance in Course Assessments. </a:t>
            </a:r>
          </a:p>
          <a:p>
            <a:pPr marL="285750" indent="-285750" eaLnBrk="1">
              <a:lnSpc>
                <a:spcPct val="100000"/>
              </a:lnSpc>
              <a:buFont typeface="Arial" panose="020B0604020202020204" pitchFamily="34" charset="0"/>
              <a:buChar char="•"/>
              <a:defRPr/>
            </a:pPr>
            <a:r>
              <a:rPr lang="en-US" altLang="en-US" sz="1400" dirty="0">
                <a:solidFill>
                  <a:srgbClr val="000000"/>
                </a:solidFill>
                <a:latin typeface="Times New Roman" panose="02020603050405020304" pitchFamily="18" charset="0"/>
              </a:rPr>
              <a:t>21 coding questions in each unit divided into:</a:t>
            </a:r>
            <a:br>
              <a:rPr lang="en-US" altLang="en-US" sz="1400" dirty="0">
                <a:solidFill>
                  <a:srgbClr val="000000"/>
                </a:solidFill>
                <a:latin typeface="Times New Roman" panose="02020603050405020304" pitchFamily="18" charset="0"/>
              </a:rPr>
            </a:br>
            <a:r>
              <a:rPr lang="en-US" altLang="en-US" sz="1400" dirty="0">
                <a:solidFill>
                  <a:srgbClr val="000000"/>
                </a:solidFill>
                <a:latin typeface="Times New Roman" panose="02020603050405020304" pitchFamily="18" charset="0"/>
              </a:rPr>
              <a:t>- 6 Static Questions(solve within the class)</a:t>
            </a:r>
            <a:br>
              <a:rPr lang="en-US" altLang="en-US" sz="1400" dirty="0">
                <a:solidFill>
                  <a:srgbClr val="000000"/>
                </a:solidFill>
                <a:latin typeface="Times New Roman" panose="02020603050405020304" pitchFamily="18" charset="0"/>
              </a:rPr>
            </a:br>
            <a:r>
              <a:rPr lang="en-US" altLang="en-US" sz="1400" dirty="0">
                <a:solidFill>
                  <a:srgbClr val="000000"/>
                </a:solidFill>
                <a:latin typeface="Times New Roman" panose="02020603050405020304" pitchFamily="18" charset="0"/>
              </a:rPr>
              <a:t>- 15 Non-Static Questions(self-practice)</a:t>
            </a:r>
          </a:p>
        </p:txBody>
      </p:sp>
    </p:spTree>
  </p:cSld>
  <p:clrMapOvr>
    <a:masterClrMapping/>
  </p:clrMapOvr>
  <p:transition spd="slow"/>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7BFDC50B-72FA-C6C5-73EB-68BAEDB56BAE}"/>
              </a:ext>
            </a:extLst>
          </p:cNvPr>
          <p:cNvSpPr>
            <a:spLocks noGrp="1" noChangeArrowheads="1"/>
          </p:cNvSpPr>
          <p:nvPr>
            <p:ph type="title"/>
          </p:nvPr>
        </p:nvSpPr>
        <p:spPr>
          <a:xfrm>
            <a:off x="1752723" y="1025525"/>
            <a:ext cx="5247166" cy="553998"/>
          </a:xfrm>
        </p:spPr>
        <p:txBody>
          <a:bodyPr/>
          <a:lstStyle/>
          <a:p>
            <a:r>
              <a:rPr lang="en-US" altLang="en-US" sz="3600" dirty="0">
                <a:solidFill>
                  <a:srgbClr val="C00000"/>
                </a:solidFill>
                <a:latin typeface="Times New Roman" panose="02020603050405020304" pitchFamily="18" charset="0"/>
                <a:cs typeface="Times New Roman" panose="02020603050405020304" pitchFamily="18" charset="0"/>
              </a:rPr>
              <a:t>Important information</a:t>
            </a:r>
          </a:p>
        </p:txBody>
      </p:sp>
      <p:sp>
        <p:nvSpPr>
          <p:cNvPr id="3" name="Text Placeholder 2">
            <a:extLst>
              <a:ext uri="{FF2B5EF4-FFF2-40B4-BE49-F238E27FC236}">
                <a16:creationId xmlns:a16="http://schemas.microsoft.com/office/drawing/2014/main" id="{722DB2B0-4067-D2A7-7C88-347385829394}"/>
              </a:ext>
            </a:extLst>
          </p:cNvPr>
          <p:cNvSpPr>
            <a:spLocks noGrp="1"/>
          </p:cNvSpPr>
          <p:nvPr>
            <p:ph type="body" idx="1"/>
          </p:nvPr>
        </p:nvSpPr>
        <p:spPr>
          <a:xfrm>
            <a:off x="533400" y="1989027"/>
            <a:ext cx="8077200" cy="3843447"/>
          </a:xfrm>
        </p:spPr>
        <p:txBody>
          <a:bodyPr>
            <a:normAutofit fontScale="92500" lnSpcReduction="10000"/>
          </a:bodyPr>
          <a:lstStyle/>
          <a:p>
            <a:pPr algn="just">
              <a:defRPr/>
            </a:pPr>
            <a:r>
              <a:rPr lang="en-US" sz="2400" dirty="0">
                <a:solidFill>
                  <a:srgbClr val="002060"/>
                </a:solidFill>
                <a:latin typeface="Times New Roman" pitchFamily="18" charset="0"/>
                <a:cs typeface="Times New Roman" pitchFamily="18" charset="0"/>
              </a:rPr>
              <a:t>Programming practice- Student will complete it unit-wise on the IamNeo platform.</a:t>
            </a:r>
          </a:p>
          <a:p>
            <a:pPr marL="98584" algn="just">
              <a:defRPr/>
            </a:pPr>
            <a:endParaRPr lang="en-US" sz="2400" dirty="0">
              <a:solidFill>
                <a:srgbClr val="002060"/>
              </a:solidFill>
              <a:latin typeface="Times New Roman" pitchFamily="18" charset="0"/>
              <a:cs typeface="Times New Roman" pitchFamily="18" charset="0"/>
            </a:endParaRPr>
          </a:p>
          <a:p>
            <a:pPr algn="just">
              <a:defRPr/>
            </a:pPr>
            <a:r>
              <a:rPr lang="en-US" sz="2400" dirty="0">
                <a:solidFill>
                  <a:srgbClr val="002060"/>
                </a:solidFill>
                <a:latin typeface="Times New Roman" pitchFamily="18" charset="0"/>
                <a:cs typeface="Times New Roman" pitchFamily="18" charset="0"/>
              </a:rPr>
              <a:t>All code-based tests will be conducted on the IamNeo platform.</a:t>
            </a:r>
          </a:p>
          <a:p>
            <a:pPr marL="98584" algn="just">
              <a:defRPr/>
            </a:pPr>
            <a:endParaRPr lang="en-US" sz="2400" dirty="0">
              <a:solidFill>
                <a:srgbClr val="002060"/>
              </a:solidFill>
              <a:latin typeface="Times New Roman" pitchFamily="18" charset="0"/>
              <a:cs typeface="Times New Roman" pitchFamily="18" charset="0"/>
            </a:endParaRPr>
          </a:p>
          <a:p>
            <a:pPr algn="just">
              <a:defRPr/>
            </a:pPr>
            <a:r>
              <a:rPr lang="en-US" sz="2400" dirty="0">
                <a:solidFill>
                  <a:srgbClr val="002060"/>
                </a:solidFill>
                <a:latin typeface="Times New Roman" pitchFamily="18" charset="0"/>
                <a:cs typeface="Times New Roman" pitchFamily="18" charset="0"/>
              </a:rPr>
              <a:t>ETP will be conducted on the IamNeo platform.</a:t>
            </a:r>
          </a:p>
          <a:p>
            <a:pPr algn="just">
              <a:defRPr/>
            </a:pPr>
            <a:endParaRPr lang="en-US" sz="2400" dirty="0">
              <a:solidFill>
                <a:srgbClr val="002060"/>
              </a:solidFill>
              <a:latin typeface="Times New Roman" pitchFamily="18" charset="0"/>
              <a:cs typeface="Times New Roman" pitchFamily="18" charset="0"/>
            </a:endParaRPr>
          </a:p>
          <a:p>
            <a:pPr algn="just"/>
            <a:r>
              <a:rPr lang="en-IN" sz="2400" b="1" dirty="0">
                <a:solidFill>
                  <a:srgbClr val="002060"/>
                </a:solidFill>
                <a:latin typeface="Times New Roman" pitchFamily="18" charset="0"/>
                <a:cs typeface="Times New Roman" pitchFamily="18" charset="0"/>
              </a:rPr>
              <a:t>URL: </a:t>
            </a:r>
            <a:r>
              <a:rPr lang="en-IN" sz="2400" dirty="0">
                <a:solidFill>
                  <a:srgbClr val="C00000"/>
                </a:solidFill>
                <a:latin typeface="Times New Roman" panose="02020603050405020304" pitchFamily="18" charset="0"/>
                <a:ea typeface="+mj-ea"/>
                <a:cs typeface="Times New Roman" panose="02020603050405020304" pitchFamily="18" charset="0"/>
              </a:rPr>
              <a:t>https://lpucolab438.examly.io/login</a:t>
            </a:r>
          </a:p>
          <a:p>
            <a:pPr algn="just"/>
            <a:r>
              <a:rPr lang="en-IN" sz="2400" b="1" dirty="0">
                <a:solidFill>
                  <a:srgbClr val="002060"/>
                </a:solidFill>
                <a:latin typeface="Times New Roman" pitchFamily="18" charset="0"/>
                <a:cs typeface="Times New Roman" pitchFamily="18" charset="0"/>
              </a:rPr>
              <a:t>User Name: </a:t>
            </a:r>
            <a:r>
              <a:rPr lang="en-IN" sz="2400" dirty="0">
                <a:solidFill>
                  <a:srgbClr val="C00000"/>
                </a:solidFill>
                <a:latin typeface="Times New Roman" panose="02020603050405020304" pitchFamily="18" charset="0"/>
                <a:ea typeface="+mj-ea"/>
                <a:cs typeface="Times New Roman" panose="02020603050405020304" pitchFamily="18" charset="0"/>
              </a:rPr>
              <a:t>RegistrationNumber@neocolab.ai</a:t>
            </a:r>
          </a:p>
          <a:p>
            <a:pPr algn="just"/>
            <a:r>
              <a:rPr lang="en-IN" sz="2400" b="1" dirty="0">
                <a:solidFill>
                  <a:srgbClr val="002060"/>
                </a:solidFill>
                <a:latin typeface="Times New Roman" pitchFamily="18" charset="0"/>
                <a:cs typeface="Times New Roman" pitchFamily="18" charset="0"/>
              </a:rPr>
              <a:t>Password: </a:t>
            </a:r>
            <a:r>
              <a:rPr lang="en-IN" sz="2400" dirty="0">
                <a:solidFill>
                  <a:srgbClr val="C00000"/>
                </a:solidFill>
                <a:latin typeface="Times New Roman" panose="02020603050405020304" pitchFamily="18" charset="0"/>
                <a:ea typeface="+mj-ea"/>
                <a:cs typeface="Times New Roman" panose="02020603050405020304" pitchFamily="18" charset="0"/>
              </a:rPr>
              <a:t>Registration Number</a:t>
            </a:r>
            <a:endParaRPr lang="en-IN" altLang="en-US" sz="2400" dirty="0">
              <a:solidFill>
                <a:srgbClr val="C00000"/>
              </a:solidFill>
              <a:latin typeface="Times New Roman" panose="02020603050405020304" pitchFamily="18" charset="0"/>
              <a:ea typeface="+mj-ea"/>
              <a:cs typeface="Times New Roman" panose="02020603050405020304" pitchFamily="18" charset="0"/>
            </a:endParaRPr>
          </a:p>
          <a:p>
            <a:pPr algn="just">
              <a:defRPr/>
            </a:pPr>
            <a:endParaRPr lang="en-US" sz="2400" dirty="0">
              <a:solidFill>
                <a:srgbClr val="002060"/>
              </a:solidFill>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2"/>
          <p:cNvSpPr txBox="1">
            <a:spLocks noGrp="1"/>
          </p:cNvSpPr>
          <p:nvPr>
            <p:ph type="title"/>
          </p:nvPr>
        </p:nvSpPr>
        <p:spPr>
          <a:xfrm>
            <a:off x="1070428" y="609600"/>
            <a:ext cx="7003143"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3600"/>
              <a:buFont typeface="Times New Roman"/>
              <a:buNone/>
            </a:pPr>
            <a:r>
              <a:rPr lang="en-US" sz="3600" i="0" u="none" dirty="0">
                <a:solidFill>
                  <a:srgbClr val="C00000"/>
                </a:solidFill>
                <a:latin typeface="Times New Roman"/>
                <a:ea typeface="Times New Roman"/>
                <a:cs typeface="Times New Roman"/>
                <a:sym typeface="Times New Roman"/>
              </a:rPr>
              <a:t>Why data structures?</a:t>
            </a:r>
            <a:endParaRPr dirty="0"/>
          </a:p>
        </p:txBody>
      </p:sp>
      <p:sp>
        <p:nvSpPr>
          <p:cNvPr id="96" name="Google Shape;96;p12"/>
          <p:cNvSpPr txBox="1">
            <a:spLocks noGrp="1"/>
          </p:cNvSpPr>
          <p:nvPr>
            <p:ph type="body" idx="1"/>
          </p:nvPr>
        </p:nvSpPr>
        <p:spPr>
          <a:xfrm>
            <a:off x="457200" y="1752600"/>
            <a:ext cx="8229600" cy="4953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2060"/>
              </a:buClr>
              <a:buSzPts val="2800"/>
              <a:buFont typeface="Arial"/>
              <a:buNone/>
            </a:pPr>
            <a:r>
              <a:rPr lang="en-US" sz="2800" b="0" i="0" u="none" dirty="0">
                <a:solidFill>
                  <a:srgbClr val="002060"/>
                </a:solidFill>
                <a:latin typeface="Times New Roman"/>
                <a:ea typeface="Times New Roman"/>
                <a:cs typeface="Times New Roman"/>
                <a:sym typeface="Times New Roman"/>
              </a:rPr>
              <a:t>Helps us to</a:t>
            </a:r>
            <a:endParaRPr dirty="0"/>
          </a:p>
          <a:p>
            <a:pPr marL="742950" marR="0" lvl="1" indent="-285750" algn="l" rtl="0">
              <a:lnSpc>
                <a:spcPct val="100000"/>
              </a:lnSpc>
              <a:spcBef>
                <a:spcPts val="560"/>
              </a:spcBef>
              <a:spcAft>
                <a:spcPts val="0"/>
              </a:spcAft>
              <a:buClr>
                <a:srgbClr val="002060"/>
              </a:buClr>
              <a:buSzPts val="2800"/>
              <a:buFont typeface="Arial"/>
              <a:buChar char="–"/>
            </a:pPr>
            <a:r>
              <a:rPr lang="en-US" sz="2800" b="0" i="0" u="none" strike="noStrike" cap="none" dirty="0">
                <a:solidFill>
                  <a:srgbClr val="002060"/>
                </a:solidFill>
                <a:latin typeface="Times New Roman"/>
                <a:ea typeface="Times New Roman"/>
                <a:cs typeface="Times New Roman"/>
                <a:sym typeface="Times New Roman"/>
              </a:rPr>
              <a:t>get an idea of running time of algorithm</a:t>
            </a:r>
            <a:endParaRPr dirty="0"/>
          </a:p>
          <a:p>
            <a:pPr marL="742950" marR="0" lvl="1" indent="-285750" algn="l" rtl="0">
              <a:lnSpc>
                <a:spcPct val="100000"/>
              </a:lnSpc>
              <a:spcBef>
                <a:spcPts val="560"/>
              </a:spcBef>
              <a:spcAft>
                <a:spcPts val="0"/>
              </a:spcAft>
              <a:buClr>
                <a:srgbClr val="002060"/>
              </a:buClr>
              <a:buSzPts val="2800"/>
              <a:buFont typeface="Arial"/>
              <a:buChar char="–"/>
            </a:pPr>
            <a:r>
              <a:rPr lang="en-US" sz="2800" b="0" i="0" u="none" strike="noStrike" cap="none" dirty="0">
                <a:solidFill>
                  <a:srgbClr val="002060"/>
                </a:solidFill>
                <a:latin typeface="Times New Roman"/>
                <a:ea typeface="Times New Roman"/>
                <a:cs typeface="Times New Roman"/>
                <a:sym typeface="Times New Roman"/>
              </a:rPr>
              <a:t>implement efficient algorithms</a:t>
            </a:r>
            <a:endParaRPr dirty="0"/>
          </a:p>
          <a:p>
            <a:pPr marL="742950" marR="0" lvl="1" indent="-285750" algn="l" rtl="0">
              <a:lnSpc>
                <a:spcPct val="100000"/>
              </a:lnSpc>
              <a:spcBef>
                <a:spcPts val="560"/>
              </a:spcBef>
              <a:spcAft>
                <a:spcPts val="0"/>
              </a:spcAft>
              <a:buClr>
                <a:srgbClr val="002060"/>
              </a:buClr>
              <a:buSzPts val="2800"/>
              <a:buFont typeface="Arial"/>
              <a:buChar char="–"/>
            </a:pPr>
            <a:r>
              <a:rPr lang="en-US" sz="2800" b="0" i="0" u="none" strike="noStrike" cap="none" dirty="0">
                <a:solidFill>
                  <a:srgbClr val="002060"/>
                </a:solidFill>
                <a:latin typeface="Times New Roman"/>
                <a:ea typeface="Times New Roman"/>
                <a:cs typeface="Times New Roman"/>
                <a:sym typeface="Times New Roman"/>
              </a:rPr>
              <a:t>decide on hardware requirements</a:t>
            </a:r>
            <a:endParaRPr dirty="0"/>
          </a:p>
          <a:p>
            <a:pPr marL="742950" marR="0" lvl="1" indent="-285750" algn="l" rtl="0">
              <a:lnSpc>
                <a:spcPct val="100000"/>
              </a:lnSpc>
              <a:spcBef>
                <a:spcPts val="560"/>
              </a:spcBef>
              <a:spcAft>
                <a:spcPts val="0"/>
              </a:spcAft>
              <a:buClr>
                <a:srgbClr val="002060"/>
              </a:buClr>
              <a:buSzPts val="2800"/>
              <a:buFont typeface="Arial"/>
              <a:buChar char="–"/>
            </a:pPr>
            <a:r>
              <a:rPr lang="en-US" sz="2800" b="0" i="0" u="none" strike="noStrike" cap="none" dirty="0">
                <a:solidFill>
                  <a:srgbClr val="002060"/>
                </a:solidFill>
                <a:latin typeface="Times New Roman"/>
                <a:ea typeface="Times New Roman"/>
                <a:cs typeface="Times New Roman"/>
                <a:sym typeface="Times New Roman"/>
              </a:rPr>
              <a:t>decide What is feasible vs. What is impossible</a:t>
            </a:r>
            <a:endParaRPr dirty="0"/>
          </a:p>
          <a:p>
            <a:pPr marL="742950" marR="0" lvl="1" indent="-285750" algn="l" rtl="0">
              <a:lnSpc>
                <a:spcPct val="100000"/>
              </a:lnSpc>
              <a:spcBef>
                <a:spcPts val="560"/>
              </a:spcBef>
              <a:spcAft>
                <a:spcPts val="0"/>
              </a:spcAft>
              <a:buClr>
                <a:srgbClr val="002060"/>
              </a:buClr>
              <a:buSzPts val="2800"/>
              <a:buFont typeface="Arial"/>
              <a:buChar char="–"/>
            </a:pPr>
            <a:r>
              <a:rPr lang="en-US" sz="2800" b="0" i="0" u="none" strike="noStrike" cap="none" dirty="0">
                <a:solidFill>
                  <a:srgbClr val="002060"/>
                </a:solidFill>
                <a:latin typeface="Times New Roman"/>
                <a:ea typeface="Times New Roman"/>
                <a:cs typeface="Times New Roman"/>
                <a:sym typeface="Times New Roman"/>
              </a:rPr>
              <a:t>prepare job interviews</a:t>
            </a:r>
            <a:endParaRPr dirty="0"/>
          </a:p>
          <a:p>
            <a:pPr marL="342900" marR="0" lvl="0" indent="-165100" algn="l" rtl="0">
              <a:spcBef>
                <a:spcPts val="560"/>
              </a:spcBef>
              <a:spcAft>
                <a:spcPts val="0"/>
              </a:spcAft>
              <a:buClr>
                <a:schemeClr val="dk1"/>
              </a:buClr>
              <a:buSzPts val="2800"/>
              <a:buFont typeface="Arial"/>
              <a:buNone/>
            </a:pPr>
            <a:endParaRPr sz="2800" b="0" i="0" u="none" strike="noStrike" cap="none" dirty="0">
              <a:solidFill>
                <a:srgbClr val="00206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8804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859EF9F3-DC10-A2ED-BA6D-C91A6FBF16EF}"/>
              </a:ext>
            </a:extLst>
          </p:cNvPr>
          <p:cNvSpPr>
            <a:spLocks noGrp="1"/>
          </p:cNvSpPr>
          <p:nvPr>
            <p:ph type="title"/>
          </p:nvPr>
        </p:nvSpPr>
        <p:spPr>
          <a:xfrm>
            <a:off x="342900" y="1095704"/>
            <a:ext cx="8458200" cy="615553"/>
          </a:xfrm>
        </p:spPr>
        <p:txBody>
          <a:bodyPr/>
          <a:lstStyle/>
          <a:p>
            <a:r>
              <a:rPr lang="en-US" altLang="en-US" sz="4000" dirty="0">
                <a:solidFill>
                  <a:srgbClr val="C00000"/>
                </a:solidFill>
                <a:latin typeface="Times New Roman" panose="02020603050405020304" pitchFamily="18" charset="0"/>
                <a:cs typeface="Times New Roman" panose="02020603050405020304" pitchFamily="18" charset="0"/>
              </a:rPr>
              <a:t>Skillset</a:t>
            </a:r>
          </a:p>
        </p:txBody>
      </p:sp>
      <p:sp>
        <p:nvSpPr>
          <p:cNvPr id="40963" name="Content Placeholder 2">
            <a:extLst>
              <a:ext uri="{FF2B5EF4-FFF2-40B4-BE49-F238E27FC236}">
                <a16:creationId xmlns:a16="http://schemas.microsoft.com/office/drawing/2014/main" id="{BF5EA51B-622D-9BB4-D7C1-59240A135E01}"/>
              </a:ext>
            </a:extLst>
          </p:cNvPr>
          <p:cNvSpPr>
            <a:spLocks noGrp="1"/>
          </p:cNvSpPr>
          <p:nvPr>
            <p:ph idx="1"/>
          </p:nvPr>
        </p:nvSpPr>
        <p:spPr>
          <a:xfrm>
            <a:off x="762000" y="1947041"/>
            <a:ext cx="8229600" cy="2252924"/>
          </a:xfrm>
        </p:spPr>
        <p:txBody>
          <a:bodyPr/>
          <a:lstStyle/>
          <a:p>
            <a:pPr algn="just">
              <a:lnSpc>
                <a:spcPct val="150000"/>
              </a:lnSpc>
            </a:pPr>
            <a:r>
              <a:rPr lang="en-US" altLang="en-US" sz="2400" dirty="0">
                <a:solidFill>
                  <a:srgbClr val="002060"/>
                </a:solidFill>
                <a:latin typeface="Times New Roman" panose="02020603050405020304" pitchFamily="18" charset="0"/>
                <a:cs typeface="Times New Roman" panose="02020603050405020304" pitchFamily="18" charset="0"/>
              </a:rPr>
              <a:t>Programming Skills</a:t>
            </a:r>
          </a:p>
          <a:p>
            <a:pPr algn="just">
              <a:lnSpc>
                <a:spcPct val="150000"/>
              </a:lnSpc>
            </a:pPr>
            <a:r>
              <a:rPr lang="en-US" altLang="en-US" sz="2400" dirty="0">
                <a:solidFill>
                  <a:srgbClr val="002060"/>
                </a:solidFill>
                <a:latin typeface="Times New Roman" panose="02020603050405020304" pitchFamily="18" charset="0"/>
                <a:cs typeface="Times New Roman" panose="02020603050405020304" pitchFamily="18" charset="0"/>
              </a:rPr>
              <a:t>Logic building</a:t>
            </a:r>
          </a:p>
          <a:p>
            <a:pPr algn="just">
              <a:lnSpc>
                <a:spcPct val="150000"/>
              </a:lnSpc>
            </a:pPr>
            <a:r>
              <a:rPr lang="en-US" altLang="en-US" sz="2400" dirty="0">
                <a:solidFill>
                  <a:srgbClr val="002060"/>
                </a:solidFill>
                <a:latin typeface="Times New Roman" panose="02020603050405020304" pitchFamily="18" charset="0"/>
                <a:cs typeface="Times New Roman" panose="02020603050405020304" pitchFamily="18" charset="0"/>
              </a:rPr>
              <a:t>Code analysis</a:t>
            </a:r>
          </a:p>
          <a:p>
            <a:pPr algn="just">
              <a:buFont typeface="Arial" panose="020B0604020202020204" pitchFamily="34" charset="0"/>
              <a:buNone/>
            </a:pPr>
            <a:endParaRPr lang="en-US" altLang="en-US" sz="24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93117225-661F-3A6B-FBA0-71EBFBBCDEFD}"/>
              </a:ext>
            </a:extLst>
          </p:cNvPr>
          <p:cNvSpPr>
            <a:spLocks noGrp="1"/>
          </p:cNvSpPr>
          <p:nvPr>
            <p:ph type="title"/>
          </p:nvPr>
        </p:nvSpPr>
        <p:spPr>
          <a:xfrm>
            <a:off x="1040524" y="1075996"/>
            <a:ext cx="7110248" cy="553998"/>
          </a:xfrm>
        </p:spPr>
        <p:txBody>
          <a:bodyPr/>
          <a:lstStyle/>
          <a:p>
            <a:r>
              <a:rPr lang="en-US" altLang="en-US" sz="3600" dirty="0">
                <a:solidFill>
                  <a:srgbClr val="C00000"/>
                </a:solidFill>
                <a:latin typeface="Times New Roman" panose="02020603050405020304" pitchFamily="18" charset="0"/>
                <a:cs typeface="Times New Roman" panose="02020603050405020304" pitchFamily="18" charset="0"/>
              </a:rPr>
              <a:t>MOOCs</a:t>
            </a:r>
          </a:p>
        </p:txBody>
      </p:sp>
      <p:sp>
        <p:nvSpPr>
          <p:cNvPr id="3" name="Content Placeholder 2">
            <a:extLst>
              <a:ext uri="{FF2B5EF4-FFF2-40B4-BE49-F238E27FC236}">
                <a16:creationId xmlns:a16="http://schemas.microsoft.com/office/drawing/2014/main" id="{F87B951D-CBDA-0C5A-E2C3-6EC5B7E04ED6}"/>
              </a:ext>
            </a:extLst>
          </p:cNvPr>
          <p:cNvSpPr>
            <a:spLocks noGrp="1"/>
          </p:cNvSpPr>
          <p:nvPr>
            <p:ph idx="1"/>
          </p:nvPr>
        </p:nvSpPr>
        <p:spPr>
          <a:xfrm>
            <a:off x="2017001" y="3047357"/>
            <a:ext cx="5109998" cy="763286"/>
          </a:xfrm>
        </p:spPr>
        <p:txBody>
          <a:bodyPr/>
          <a:lstStyle/>
          <a:p>
            <a:pPr algn="ctr">
              <a:defRPr/>
            </a:pPr>
            <a:r>
              <a:rPr lang="en-US" altLang="en-US" sz="2800" dirty="0">
                <a:solidFill>
                  <a:srgbClr val="002060"/>
                </a:solidFill>
                <a:latin typeface="Times New Roman" panose="02020603050405020304" pitchFamily="18" charset="0"/>
                <a:cs typeface="Times New Roman" panose="02020603050405020304" pitchFamily="18" charset="0"/>
              </a:rPr>
              <a:t>Not Applicable </a:t>
            </a:r>
          </a:p>
          <a:p>
            <a:pPr>
              <a:buFont typeface="Arial" charset="0"/>
              <a:buChar char="•"/>
              <a:defRPr/>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682A0ED6-9242-3E44-0EDA-5BA4B75516E7}"/>
              </a:ext>
            </a:extLst>
          </p:cNvPr>
          <p:cNvSpPr>
            <a:spLocks noGrp="1" noChangeArrowheads="1"/>
          </p:cNvSpPr>
          <p:nvPr>
            <p:ph type="title"/>
          </p:nvPr>
        </p:nvSpPr>
        <p:spPr>
          <a:xfrm>
            <a:off x="628650" y="734039"/>
            <a:ext cx="7886700" cy="984885"/>
          </a:xfrm>
        </p:spPr>
        <p:txBody>
          <a:bodyPr/>
          <a:lstStyle/>
          <a:p>
            <a:pPr algn="ctr"/>
            <a:r>
              <a:rPr lang="en-US" altLang="en-US" dirty="0">
                <a:solidFill>
                  <a:srgbClr val="C00000"/>
                </a:solidFill>
                <a:latin typeface="Times New Roman" panose="02020603050405020304" pitchFamily="18" charset="0"/>
                <a:cs typeface="Times New Roman" panose="02020603050405020304" pitchFamily="18" charset="0"/>
              </a:rPr>
              <a:t>Recognition of Prior Learning (RPL) for Object Oriented Programming (Under </a:t>
            </a:r>
            <a:r>
              <a:rPr lang="en-US" altLang="en-US" dirty="0" err="1">
                <a:solidFill>
                  <a:srgbClr val="C00000"/>
                </a:solidFill>
                <a:latin typeface="Times New Roman" panose="02020603050405020304" pitchFamily="18" charset="0"/>
                <a:cs typeface="Times New Roman" panose="02020603050405020304" pitchFamily="18" charset="0"/>
              </a:rPr>
              <a:t>EduRev</a:t>
            </a:r>
            <a:r>
              <a:rPr lang="en-US" altLang="en-US" dirty="0">
                <a:solidFill>
                  <a:srgbClr val="C00000"/>
                </a:solidFill>
                <a:latin typeface="Times New Roman" panose="02020603050405020304" pitchFamily="18" charset="0"/>
                <a:cs typeface="Times New Roman" panose="02020603050405020304" pitchFamily="18" charset="0"/>
              </a:rPr>
              <a:t>)</a:t>
            </a:r>
            <a:endParaRPr lang="en-IN" altLang="en-US" dirty="0">
              <a:solidFill>
                <a:srgbClr val="C00000"/>
              </a:solidFill>
              <a:latin typeface="Times New Roman" panose="02020603050405020304" pitchFamily="18" charset="0"/>
              <a:cs typeface="Times New Roman" panose="02020603050405020304" pitchFamily="18" charset="0"/>
            </a:endParaRPr>
          </a:p>
        </p:txBody>
      </p:sp>
      <p:sp>
        <p:nvSpPr>
          <p:cNvPr id="38915" name="Content Placeholder 2">
            <a:extLst>
              <a:ext uri="{FF2B5EF4-FFF2-40B4-BE49-F238E27FC236}">
                <a16:creationId xmlns:a16="http://schemas.microsoft.com/office/drawing/2014/main" id="{E178EA69-A2A9-5D98-FB89-63A43FD6B42F}"/>
              </a:ext>
            </a:extLst>
          </p:cNvPr>
          <p:cNvSpPr>
            <a:spLocks noGrp="1" noChangeArrowheads="1"/>
          </p:cNvSpPr>
          <p:nvPr>
            <p:ph idx="1"/>
          </p:nvPr>
        </p:nvSpPr>
        <p:spPr>
          <a:xfrm>
            <a:off x="628650" y="2457450"/>
            <a:ext cx="7886700" cy="920252"/>
          </a:xfrm>
        </p:spPr>
        <p:txBody>
          <a:bodyPr/>
          <a:lstStyle/>
          <a:p>
            <a:pPr algn="just"/>
            <a:r>
              <a:rPr lang="en-US" altLang="en-US" sz="2000" dirty="0">
                <a:solidFill>
                  <a:srgbClr val="002060"/>
                </a:solidFill>
                <a:latin typeface="Times New Roman" panose="02020603050405020304" pitchFamily="18" charset="0"/>
                <a:cs typeface="Times New Roman" panose="02020603050405020304" pitchFamily="18" charset="0"/>
              </a:rPr>
              <a:t>The course “Data Structure and Algorithms" is included under the Recognition of Prior Learning (RPL) scheme offered by </a:t>
            </a:r>
            <a:r>
              <a:rPr lang="en-US" altLang="en-US" sz="2000" dirty="0" err="1">
                <a:solidFill>
                  <a:srgbClr val="002060"/>
                </a:solidFill>
                <a:latin typeface="Times New Roman" panose="02020603050405020304" pitchFamily="18" charset="0"/>
                <a:cs typeface="Times New Roman" panose="02020603050405020304" pitchFamily="18" charset="0"/>
              </a:rPr>
              <a:t>EduRev</a:t>
            </a:r>
            <a:r>
              <a:rPr lang="en-US" altLang="en-US" sz="2000" dirty="0">
                <a:solidFill>
                  <a:srgbClr val="002060"/>
                </a:solidFill>
                <a:latin typeface="Times New Roman" panose="02020603050405020304" pitchFamily="18" charset="0"/>
                <a:cs typeface="Times New Roman" panose="02020603050405020304" pitchFamily="18" charset="0"/>
              </a:rPr>
              <a:t>.</a:t>
            </a:r>
          </a:p>
          <a:p>
            <a:pPr algn="just"/>
            <a:endParaRPr lang="en-IN" alt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F947B082-FB60-9C83-62A2-21CD97D33660}"/>
              </a:ext>
            </a:extLst>
          </p:cNvPr>
          <p:cNvSpPr>
            <a:spLocks noGrp="1" noChangeArrowheads="1"/>
          </p:cNvSpPr>
          <p:nvPr>
            <p:ph type="title"/>
          </p:nvPr>
        </p:nvSpPr>
        <p:spPr>
          <a:xfrm>
            <a:off x="628650" y="967898"/>
            <a:ext cx="7886700" cy="553998"/>
          </a:xfrm>
        </p:spPr>
        <p:txBody>
          <a:bodyPr/>
          <a:lstStyle/>
          <a:p>
            <a:pPr algn="ctr"/>
            <a:r>
              <a:rPr lang="en-IN" altLang="en-US" sz="3600" dirty="0">
                <a:solidFill>
                  <a:srgbClr val="C00000"/>
                </a:solidFill>
                <a:latin typeface="Times New Roman" panose="02020603050405020304" pitchFamily="18" charset="0"/>
                <a:cs typeface="Times New Roman" panose="02020603050405020304" pitchFamily="18" charset="0"/>
              </a:rPr>
              <a:t>How RPL is Applicable</a:t>
            </a:r>
          </a:p>
        </p:txBody>
      </p:sp>
      <p:sp>
        <p:nvSpPr>
          <p:cNvPr id="3" name="Content Placeholder 2">
            <a:extLst>
              <a:ext uri="{FF2B5EF4-FFF2-40B4-BE49-F238E27FC236}">
                <a16:creationId xmlns:a16="http://schemas.microsoft.com/office/drawing/2014/main" id="{935D1D7C-BC59-0681-A1C8-084E35220BF1}"/>
              </a:ext>
            </a:extLst>
          </p:cNvPr>
          <p:cNvSpPr>
            <a:spLocks noGrp="1"/>
          </p:cNvSpPr>
          <p:nvPr>
            <p:ph idx="1"/>
          </p:nvPr>
        </p:nvSpPr>
        <p:spPr>
          <a:xfrm>
            <a:off x="157655" y="1706699"/>
            <a:ext cx="8844456" cy="3717941"/>
          </a:xfrm>
        </p:spPr>
        <p:txBody>
          <a:bodyPr/>
          <a:lstStyle/>
          <a:p>
            <a:pPr algn="just">
              <a:defRPr/>
            </a:pPr>
            <a:r>
              <a:rPr lang="en-US" sz="2000" dirty="0">
                <a:solidFill>
                  <a:srgbClr val="002060"/>
                </a:solidFill>
                <a:latin typeface="Times New Roman" panose="02020603050405020304" pitchFamily="18" charset="0"/>
                <a:cs typeface="Times New Roman" panose="02020603050405020304" pitchFamily="18" charset="0"/>
              </a:rPr>
              <a:t>Under the </a:t>
            </a:r>
            <a:r>
              <a:rPr lang="en-US" sz="2000" dirty="0" err="1">
                <a:solidFill>
                  <a:srgbClr val="002060"/>
                </a:solidFill>
                <a:latin typeface="Times New Roman" panose="02020603050405020304" pitchFamily="18" charset="0"/>
                <a:cs typeface="Times New Roman" panose="02020603050405020304" pitchFamily="18" charset="0"/>
              </a:rPr>
              <a:t>EduRev</a:t>
            </a:r>
            <a:r>
              <a:rPr lang="en-US" sz="2000" dirty="0">
                <a:solidFill>
                  <a:srgbClr val="002060"/>
                </a:solidFill>
                <a:latin typeface="Times New Roman" panose="02020603050405020304" pitchFamily="18" charset="0"/>
                <a:cs typeface="Times New Roman" panose="02020603050405020304" pitchFamily="18" charset="0"/>
              </a:rPr>
              <a:t> RPL Framework, the following process is followed:</a:t>
            </a:r>
          </a:p>
          <a:p>
            <a:pPr algn="just">
              <a:defRPr/>
            </a:pPr>
            <a:r>
              <a:rPr lang="en-US" sz="2000" b="1" dirty="0">
                <a:solidFill>
                  <a:srgbClr val="002060"/>
                </a:solidFill>
                <a:latin typeface="Times New Roman" panose="02020603050405020304" pitchFamily="18" charset="0"/>
                <a:cs typeface="Times New Roman" panose="02020603050405020304" pitchFamily="18" charset="0"/>
              </a:rPr>
              <a:t>1. Eligibility for RPL</a:t>
            </a:r>
          </a:p>
          <a:p>
            <a:pPr lvl="1" algn="just">
              <a:defRPr/>
            </a:pPr>
            <a:r>
              <a:rPr lang="en-US" sz="2000" dirty="0">
                <a:solidFill>
                  <a:srgbClr val="002060"/>
                </a:solidFill>
                <a:latin typeface="Times New Roman" panose="02020603050405020304" pitchFamily="18" charset="0"/>
                <a:cs typeface="Times New Roman" panose="02020603050405020304" pitchFamily="18" charset="0"/>
              </a:rPr>
              <a:t>Learners who believe they already possess the skills and knowledge covered in the Data Structures and Algorithms course may apply for RPL within the specified timelines.</a:t>
            </a:r>
          </a:p>
          <a:p>
            <a:pPr algn="just">
              <a:defRPr/>
            </a:pPr>
            <a:r>
              <a:rPr lang="en-US" sz="2000" b="1" dirty="0">
                <a:solidFill>
                  <a:srgbClr val="002060"/>
                </a:solidFill>
                <a:latin typeface="Times New Roman" panose="02020603050405020304" pitchFamily="18" charset="0"/>
                <a:cs typeface="Times New Roman" panose="02020603050405020304" pitchFamily="18" charset="0"/>
              </a:rPr>
              <a:t>2. Assessment Process</a:t>
            </a:r>
          </a:p>
          <a:p>
            <a:pPr lvl="1" algn="just">
              <a:defRPr/>
            </a:pPr>
            <a:r>
              <a:rPr lang="en-US" sz="2000" dirty="0">
                <a:solidFill>
                  <a:srgbClr val="002060"/>
                </a:solidFill>
                <a:latin typeface="Times New Roman" panose="02020603050405020304" pitchFamily="18" charset="0"/>
                <a:cs typeface="Times New Roman" panose="02020603050405020304" pitchFamily="18" charset="0"/>
              </a:rPr>
              <a:t>Once the RPL application is accepted, the student will be required to appear for an RPL assessment/examination. This assessment is designed to evaluate the learner’s knowledge of Data Structures and Algorithms.</a:t>
            </a:r>
          </a:p>
          <a:p>
            <a:pPr algn="just">
              <a:defRPr/>
            </a:pPr>
            <a:endParaRPr lang="en-US" dirty="0"/>
          </a:p>
          <a:p>
            <a:pPr algn="just">
              <a:defRPr/>
            </a:pP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A13EA07D-4268-81CC-6AAD-2E3E91EC227C}"/>
              </a:ext>
            </a:extLst>
          </p:cNvPr>
          <p:cNvSpPr>
            <a:spLocks noGrp="1" noChangeArrowheads="1"/>
          </p:cNvSpPr>
          <p:nvPr>
            <p:ph type="title"/>
          </p:nvPr>
        </p:nvSpPr>
        <p:spPr>
          <a:xfrm>
            <a:off x="628650" y="1020736"/>
            <a:ext cx="7886700" cy="615553"/>
          </a:xfrm>
        </p:spPr>
        <p:txBody>
          <a:bodyPr/>
          <a:lstStyle/>
          <a:p>
            <a:pPr algn="ctr"/>
            <a:r>
              <a:rPr lang="en-US" altLang="en-US" sz="4000" dirty="0">
                <a:solidFill>
                  <a:srgbClr val="C00000"/>
                </a:solidFill>
                <a:latin typeface="Times New Roman" panose="02020603050405020304" pitchFamily="18" charset="0"/>
                <a:cs typeface="Times New Roman" panose="02020603050405020304" pitchFamily="18" charset="0"/>
              </a:rPr>
              <a:t>Interfaces and Contact Information</a:t>
            </a:r>
            <a:endParaRPr lang="en-IN" altLang="en-US" sz="40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C508B3F-838A-3025-D14F-5C119A76EBF9}"/>
              </a:ext>
            </a:extLst>
          </p:cNvPr>
          <p:cNvSpPr>
            <a:spLocks noGrp="1"/>
          </p:cNvSpPr>
          <p:nvPr>
            <p:ph idx="1"/>
          </p:nvPr>
        </p:nvSpPr>
        <p:spPr>
          <a:xfrm>
            <a:off x="189186" y="1891862"/>
            <a:ext cx="8812924" cy="4193628"/>
          </a:xfrm>
        </p:spPr>
        <p:txBody>
          <a:bodyPr>
            <a:normAutofit/>
          </a:bodyPr>
          <a:lstStyle/>
          <a:p>
            <a:pPr>
              <a:spcAft>
                <a:spcPts val="750"/>
              </a:spcAft>
              <a:defRPr/>
            </a:pPr>
            <a:r>
              <a:rPr lang="en-IN" sz="2000" dirty="0">
                <a:solidFill>
                  <a:srgbClr val="002060"/>
                </a:solidFill>
                <a:latin typeface="Times New Roman" panose="02020603050405020304" pitchFamily="18" charset="0"/>
                <a:cs typeface="Times New Roman" panose="02020603050405020304" pitchFamily="18" charset="0"/>
              </a:rPr>
              <a:t>UMS link to apply for EDU Revolution initiatives: </a:t>
            </a:r>
          </a:p>
          <a:p>
            <a:pPr algn="ctr">
              <a:spcAft>
                <a:spcPts val="750"/>
              </a:spcAft>
              <a:defRPr/>
            </a:pPr>
            <a:r>
              <a:rPr lang="en-IN" sz="2000" b="1" dirty="0">
                <a:solidFill>
                  <a:srgbClr val="002060"/>
                </a:solidFill>
                <a:latin typeface="Times New Roman" panose="02020603050405020304" pitchFamily="18" charset="0"/>
                <a:cs typeface="Times New Roman" panose="02020603050405020304" pitchFamily="18" charset="0"/>
              </a:rPr>
              <a:t>UMS Navigation --- LMS </a:t>
            </a:r>
            <a:r>
              <a:rPr lang="en-IN" sz="2000" b="1" dirty="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a:t>
            </a:r>
            <a:r>
              <a:rPr lang="en-IN" sz="2000" b="1" dirty="0">
                <a:solidFill>
                  <a:srgbClr val="002060"/>
                </a:solidFill>
                <a:latin typeface="Times New Roman" panose="02020603050405020304" pitchFamily="18" charset="0"/>
                <a:cs typeface="Times New Roman" panose="02020603050405020304" pitchFamily="18" charset="0"/>
              </a:rPr>
              <a:t>  EDU Revolution</a:t>
            </a:r>
            <a:r>
              <a:rPr lang="en-US" sz="2000" b="1" dirty="0">
                <a:solidFill>
                  <a:srgbClr val="002060"/>
                </a:solidFill>
                <a:latin typeface="Times New Roman" panose="02020603050405020304" pitchFamily="18" charset="0"/>
                <a:cs typeface="Times New Roman" panose="02020603050405020304" pitchFamily="18" charset="0"/>
              </a:rPr>
              <a:t>: BE THE CHANGE</a:t>
            </a:r>
          </a:p>
          <a:p>
            <a:pPr algn="ctr">
              <a:spcAft>
                <a:spcPts val="750"/>
              </a:spcAft>
              <a:defRPr/>
            </a:pPr>
            <a:endParaRPr lang="en-IN" sz="2000" dirty="0">
              <a:solidFill>
                <a:srgbClr val="002060"/>
              </a:solidFill>
              <a:latin typeface="Times New Roman" panose="02020603050405020304" pitchFamily="18" charset="0"/>
              <a:cs typeface="Times New Roman" panose="02020603050405020304" pitchFamily="18" charset="0"/>
            </a:endParaRPr>
          </a:p>
          <a:p>
            <a:pPr>
              <a:spcAft>
                <a:spcPts val="750"/>
              </a:spcAft>
              <a:defRPr/>
            </a:pPr>
            <a:r>
              <a:rPr lang="en-IN" sz="2000" dirty="0">
                <a:solidFill>
                  <a:srgbClr val="002060"/>
                </a:solidFill>
                <a:latin typeface="Times New Roman" panose="02020603050405020304" pitchFamily="18" charset="0"/>
                <a:cs typeface="Times New Roman" panose="02020603050405020304" pitchFamily="18" charset="0"/>
              </a:rPr>
              <a:t>In case of any query in this regard, the student can approach for resolution through RMS at the following path:</a:t>
            </a:r>
          </a:p>
          <a:p>
            <a:pPr algn="ctr">
              <a:spcAft>
                <a:spcPts val="750"/>
              </a:spcAft>
              <a:defRPr/>
            </a:pPr>
            <a:r>
              <a:rPr lang="en-IN" sz="2000" b="1" dirty="0">
                <a:solidFill>
                  <a:srgbClr val="002060"/>
                </a:solidFill>
                <a:latin typeface="Times New Roman" panose="02020603050405020304" pitchFamily="18" charset="0"/>
                <a:cs typeface="Times New Roman" panose="02020603050405020304" pitchFamily="18" charset="0"/>
              </a:rPr>
              <a:t>UMS Navigation--- Relationship management system </a:t>
            </a:r>
            <a:r>
              <a:rPr lang="en-IN" sz="2000" b="1" dirty="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a:t>
            </a:r>
            <a:r>
              <a:rPr lang="en-IN" sz="2000" b="1" dirty="0">
                <a:solidFill>
                  <a:srgbClr val="002060"/>
                </a:solidFill>
                <a:latin typeface="Times New Roman" panose="02020603050405020304" pitchFamily="18" charset="0"/>
                <a:cs typeface="Times New Roman" panose="02020603050405020304" pitchFamily="18" charset="0"/>
              </a:rPr>
              <a:t> EDU Revolution</a:t>
            </a:r>
            <a:r>
              <a:rPr lang="en-US" sz="2000" b="1" dirty="0">
                <a:solidFill>
                  <a:srgbClr val="002060"/>
                </a:solidFill>
                <a:latin typeface="Times New Roman" panose="02020603050405020304" pitchFamily="18" charset="0"/>
                <a:cs typeface="Times New Roman" panose="02020603050405020304" pitchFamily="18" charset="0"/>
              </a:rPr>
              <a:t>: BE THE CHANGE</a:t>
            </a:r>
          </a:p>
          <a:p>
            <a:pPr algn="ctr">
              <a:spcAft>
                <a:spcPts val="750"/>
              </a:spcAft>
              <a:defRPr/>
            </a:pPr>
            <a:endParaRPr lang="en-IN" sz="2000" dirty="0">
              <a:solidFill>
                <a:srgbClr val="002060"/>
              </a:solidFill>
              <a:latin typeface="Times New Roman" panose="02020603050405020304" pitchFamily="18" charset="0"/>
              <a:cs typeface="Times New Roman" panose="02020603050405020304" pitchFamily="18" charset="0"/>
            </a:endParaRPr>
          </a:p>
          <a:p>
            <a:pPr algn="ctr">
              <a:spcAft>
                <a:spcPts val="750"/>
              </a:spcAft>
              <a:defRPr/>
            </a:pPr>
            <a:r>
              <a:rPr lang="en-US" sz="2000" dirty="0">
                <a:solidFill>
                  <a:srgbClr val="002060"/>
                </a:solidFill>
                <a:latin typeface="Times New Roman" panose="02020603050405020304" pitchFamily="18" charset="0"/>
                <a:cs typeface="Times New Roman" panose="02020603050405020304" pitchFamily="18" charset="0"/>
              </a:rPr>
              <a:t>OR get your queries resolved through the </a:t>
            </a:r>
            <a:r>
              <a:rPr lang="en-IN" sz="2000" dirty="0">
                <a:solidFill>
                  <a:srgbClr val="002060"/>
                </a:solidFill>
                <a:latin typeface="Times New Roman" panose="02020603050405020304" pitchFamily="18" charset="0"/>
                <a:cs typeface="Times New Roman" panose="02020603050405020304" pitchFamily="18" charset="0"/>
              </a:rPr>
              <a:t>Helpline Number: 01824-520150.</a:t>
            </a:r>
          </a:p>
          <a:p>
            <a:pPr>
              <a:defRPr/>
            </a:pPr>
            <a:endParaRPr lang="en-IN"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D1685-442A-CE8A-3045-FBDC891A5D6C}"/>
              </a:ext>
            </a:extLst>
          </p:cNvPr>
          <p:cNvSpPr>
            <a:spLocks noGrp="1"/>
          </p:cNvSpPr>
          <p:nvPr>
            <p:ph type="title"/>
          </p:nvPr>
        </p:nvSpPr>
        <p:spPr>
          <a:xfrm>
            <a:off x="772510" y="1025525"/>
            <a:ext cx="7598979" cy="615553"/>
          </a:xfrm>
        </p:spPr>
        <p:txBody>
          <a:bodyPr/>
          <a:lstStyle/>
          <a:p>
            <a:r>
              <a:rPr lang="en-IN" sz="4000" dirty="0">
                <a:solidFill>
                  <a:srgbClr val="C00000"/>
                </a:solidFill>
                <a:latin typeface="Times New Roman" panose="02020603050405020304" pitchFamily="18" charset="0"/>
                <a:cs typeface="Times New Roman" panose="02020603050405020304" pitchFamily="18" charset="0"/>
              </a:rPr>
              <a:t>Open Education Resources (OER)</a:t>
            </a:r>
          </a:p>
        </p:txBody>
      </p:sp>
      <p:graphicFrame>
        <p:nvGraphicFramePr>
          <p:cNvPr id="4" name="Table 3">
            <a:extLst>
              <a:ext uri="{FF2B5EF4-FFF2-40B4-BE49-F238E27FC236}">
                <a16:creationId xmlns:a16="http://schemas.microsoft.com/office/drawing/2014/main" id="{6E8C7102-8EBA-85C0-330F-FB12412FBF58}"/>
              </a:ext>
            </a:extLst>
          </p:cNvPr>
          <p:cNvGraphicFramePr>
            <a:graphicFrameLocks noGrp="1"/>
          </p:cNvGraphicFramePr>
          <p:nvPr>
            <p:extLst>
              <p:ext uri="{D42A27DB-BD31-4B8C-83A1-F6EECF244321}">
                <p14:modId xmlns:p14="http://schemas.microsoft.com/office/powerpoint/2010/main" val="3359191939"/>
              </p:ext>
            </p:extLst>
          </p:nvPr>
        </p:nvGraphicFramePr>
        <p:xfrm>
          <a:off x="144462" y="1895776"/>
          <a:ext cx="8855074" cy="4376791"/>
        </p:xfrm>
        <a:graphic>
          <a:graphicData uri="http://schemas.openxmlformats.org/drawingml/2006/table">
            <a:tbl>
              <a:tblPr firstRow="1" firstCol="1" bandRow="1">
                <a:tableStyleId>{5940675A-B579-460E-94D1-54222C63F5DA}</a:tableStyleId>
              </a:tblPr>
              <a:tblGrid>
                <a:gridCol w="801468">
                  <a:extLst>
                    <a:ext uri="{9D8B030D-6E8A-4147-A177-3AD203B41FA5}">
                      <a16:colId xmlns:a16="http://schemas.microsoft.com/office/drawing/2014/main" val="1664767312"/>
                    </a:ext>
                  </a:extLst>
                </a:gridCol>
                <a:gridCol w="1056290">
                  <a:extLst>
                    <a:ext uri="{9D8B030D-6E8A-4147-A177-3AD203B41FA5}">
                      <a16:colId xmlns:a16="http://schemas.microsoft.com/office/drawing/2014/main" val="1148489077"/>
                    </a:ext>
                  </a:extLst>
                </a:gridCol>
                <a:gridCol w="1623848">
                  <a:extLst>
                    <a:ext uri="{9D8B030D-6E8A-4147-A177-3AD203B41FA5}">
                      <a16:colId xmlns:a16="http://schemas.microsoft.com/office/drawing/2014/main" val="3624552013"/>
                    </a:ext>
                  </a:extLst>
                </a:gridCol>
                <a:gridCol w="1292772">
                  <a:extLst>
                    <a:ext uri="{9D8B030D-6E8A-4147-A177-3AD203B41FA5}">
                      <a16:colId xmlns:a16="http://schemas.microsoft.com/office/drawing/2014/main" val="811193366"/>
                    </a:ext>
                  </a:extLst>
                </a:gridCol>
                <a:gridCol w="1324304">
                  <a:extLst>
                    <a:ext uri="{9D8B030D-6E8A-4147-A177-3AD203B41FA5}">
                      <a16:colId xmlns:a16="http://schemas.microsoft.com/office/drawing/2014/main" val="375500952"/>
                    </a:ext>
                  </a:extLst>
                </a:gridCol>
                <a:gridCol w="1056289">
                  <a:extLst>
                    <a:ext uri="{9D8B030D-6E8A-4147-A177-3AD203B41FA5}">
                      <a16:colId xmlns:a16="http://schemas.microsoft.com/office/drawing/2014/main" val="2655264056"/>
                    </a:ext>
                  </a:extLst>
                </a:gridCol>
                <a:gridCol w="1700103">
                  <a:extLst>
                    <a:ext uri="{9D8B030D-6E8A-4147-A177-3AD203B41FA5}">
                      <a16:colId xmlns:a16="http://schemas.microsoft.com/office/drawing/2014/main" val="2000580992"/>
                    </a:ext>
                  </a:extLst>
                </a:gridCol>
              </a:tblGrid>
              <a:tr h="658999">
                <a:tc>
                  <a:txBody>
                    <a:bodyPr/>
                    <a:lstStyle/>
                    <a:p>
                      <a:pPr algn="just">
                        <a:lnSpc>
                          <a:spcPct val="106000"/>
                        </a:lnSpc>
                        <a:spcAft>
                          <a:spcPts val="1000"/>
                        </a:spcAft>
                        <a:buNone/>
                      </a:pPr>
                      <a:r>
                        <a:rPr lang="en-US" sz="1600" b="1" i="0" dirty="0">
                          <a:solidFill>
                            <a:srgbClr val="002060"/>
                          </a:solidFill>
                          <a:latin typeface="Times New Roman" panose="02020603050405020304" pitchFamily="18" charset="0"/>
                          <a:ea typeface="+mn-ea"/>
                          <a:cs typeface="Times New Roman" panose="02020603050405020304" pitchFamily="18" charset="0"/>
                        </a:rPr>
                        <a:t>Unit mapped</a:t>
                      </a:r>
                      <a:endParaRPr lang="en-IN" sz="1600" b="1" i="0" dirty="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lnSpc>
                          <a:spcPct val="106000"/>
                        </a:lnSpc>
                        <a:spcAft>
                          <a:spcPts val="1000"/>
                        </a:spcAft>
                        <a:buNone/>
                      </a:pPr>
                      <a:r>
                        <a:rPr lang="en-US" sz="1600" b="1" i="0" dirty="0">
                          <a:solidFill>
                            <a:srgbClr val="002060"/>
                          </a:solidFill>
                          <a:latin typeface="Times New Roman" panose="02020603050405020304" pitchFamily="18" charset="0"/>
                          <a:ea typeface="+mn-ea"/>
                          <a:cs typeface="Times New Roman" panose="02020603050405020304" pitchFamily="18" charset="0"/>
                        </a:rPr>
                        <a:t>Broad topic</a:t>
                      </a:r>
                      <a:endParaRPr lang="en-IN" sz="1600" b="1" i="0" dirty="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lnSpc>
                          <a:spcPct val="106000"/>
                        </a:lnSpc>
                        <a:spcAft>
                          <a:spcPts val="1000"/>
                        </a:spcAft>
                        <a:buNone/>
                      </a:pPr>
                      <a:r>
                        <a:rPr lang="en-US" sz="1600" b="1" i="0" dirty="0">
                          <a:solidFill>
                            <a:srgbClr val="002060"/>
                          </a:solidFill>
                          <a:latin typeface="Times New Roman" panose="02020603050405020304" pitchFamily="18" charset="0"/>
                          <a:ea typeface="+mn-ea"/>
                          <a:cs typeface="Times New Roman" panose="02020603050405020304" pitchFamily="18" charset="0"/>
                        </a:rPr>
                        <a:t>Sub Topic</a:t>
                      </a:r>
                      <a:endParaRPr lang="en-IN" sz="1600" b="1" i="0" dirty="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lnSpc>
                          <a:spcPct val="106000"/>
                        </a:lnSpc>
                        <a:spcAft>
                          <a:spcPts val="1000"/>
                        </a:spcAft>
                        <a:buNone/>
                      </a:pPr>
                      <a:r>
                        <a:rPr lang="en-US" sz="1600" b="1" i="0">
                          <a:solidFill>
                            <a:srgbClr val="002060"/>
                          </a:solidFill>
                          <a:latin typeface="Times New Roman" panose="02020603050405020304" pitchFamily="18" charset="0"/>
                          <a:ea typeface="+mn-ea"/>
                          <a:cs typeface="Times New Roman" panose="02020603050405020304" pitchFamily="18" charset="0"/>
                        </a:rPr>
                        <a:t>Source Type</a:t>
                      </a:r>
                      <a:endParaRPr lang="en-IN" sz="1600" b="1" i="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lnSpc>
                          <a:spcPct val="106000"/>
                        </a:lnSpc>
                        <a:spcAft>
                          <a:spcPts val="1000"/>
                        </a:spcAft>
                        <a:buNone/>
                      </a:pPr>
                      <a:r>
                        <a:rPr lang="en-US" sz="1600" b="1" i="0" dirty="0">
                          <a:solidFill>
                            <a:srgbClr val="002060"/>
                          </a:solidFill>
                          <a:latin typeface="Times New Roman" panose="02020603050405020304" pitchFamily="18" charset="0"/>
                          <a:ea typeface="+mn-ea"/>
                          <a:cs typeface="Times New Roman" panose="02020603050405020304" pitchFamily="18" charset="0"/>
                        </a:rPr>
                        <a:t>Source Title</a:t>
                      </a:r>
                      <a:endParaRPr lang="en-IN" sz="1600" b="1" i="0" dirty="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lnSpc>
                          <a:spcPct val="106000"/>
                        </a:lnSpc>
                        <a:spcAft>
                          <a:spcPts val="1000"/>
                        </a:spcAft>
                        <a:buNone/>
                      </a:pPr>
                      <a:r>
                        <a:rPr lang="en-US" sz="1600" b="1" i="0" dirty="0">
                          <a:solidFill>
                            <a:srgbClr val="002060"/>
                          </a:solidFill>
                          <a:latin typeface="Times New Roman" panose="02020603050405020304" pitchFamily="18" charset="0"/>
                          <a:ea typeface="+mn-ea"/>
                          <a:cs typeface="Times New Roman" panose="02020603050405020304" pitchFamily="18" charset="0"/>
                        </a:rPr>
                        <a:t>*%age mapping (</a:t>
                      </a:r>
                      <a:r>
                        <a:rPr lang="en-US" sz="1600" b="1" i="0" dirty="0" err="1">
                          <a:solidFill>
                            <a:srgbClr val="002060"/>
                          </a:solidFill>
                          <a:latin typeface="Times New Roman" panose="02020603050405020304" pitchFamily="18" charset="0"/>
                          <a:ea typeface="+mn-ea"/>
                          <a:cs typeface="Times New Roman" panose="02020603050405020304" pitchFamily="18" charset="0"/>
                        </a:rPr>
                        <a:t>approx</a:t>
                      </a:r>
                      <a:r>
                        <a:rPr lang="en-US" sz="1600" b="1" i="0" dirty="0">
                          <a:solidFill>
                            <a:srgbClr val="002060"/>
                          </a:solidFill>
                          <a:latin typeface="Times New Roman" panose="02020603050405020304" pitchFamily="18" charset="0"/>
                          <a:ea typeface="+mn-ea"/>
                          <a:cs typeface="Times New Roman" panose="02020603050405020304" pitchFamily="18" charset="0"/>
                        </a:rPr>
                        <a:t>)</a:t>
                      </a:r>
                      <a:endParaRPr lang="en-IN" sz="1600" b="1" i="0" dirty="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lnSpc>
                          <a:spcPct val="106000"/>
                        </a:lnSpc>
                        <a:spcAft>
                          <a:spcPts val="1000"/>
                        </a:spcAft>
                        <a:buNone/>
                      </a:pPr>
                      <a:r>
                        <a:rPr lang="en-US" sz="1600" b="1" i="0" dirty="0">
                          <a:solidFill>
                            <a:srgbClr val="002060"/>
                          </a:solidFill>
                          <a:latin typeface="Times New Roman" panose="02020603050405020304" pitchFamily="18" charset="0"/>
                          <a:ea typeface="+mn-ea"/>
                          <a:cs typeface="Times New Roman" panose="02020603050405020304" pitchFamily="18" charset="0"/>
                        </a:rPr>
                        <a:t>Source URL</a:t>
                      </a:r>
                      <a:endParaRPr lang="en-IN" sz="1600" b="1" i="0" dirty="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extLst>
                  <a:ext uri="{0D108BD9-81ED-4DB2-BD59-A6C34878D82A}">
                    <a16:rowId xmlns:a16="http://schemas.microsoft.com/office/drawing/2014/main" val="791414436"/>
                  </a:ext>
                </a:extLst>
              </a:tr>
              <a:tr h="1677977">
                <a:tc>
                  <a:txBody>
                    <a:bodyPr/>
                    <a:lstStyle/>
                    <a:p>
                      <a:pPr algn="just">
                        <a:lnSpc>
                          <a:spcPct val="106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Unit 1 </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Arrays, Sorting and Searching</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US" sz="1600" b="0" i="0" dirty="0">
                          <a:solidFill>
                            <a:srgbClr val="002060"/>
                          </a:solidFill>
                          <a:latin typeface="Times New Roman" panose="02020603050405020304" pitchFamily="18" charset="0"/>
                          <a:ea typeface="+mn-ea"/>
                          <a:cs typeface="Times New Roman" panose="02020603050405020304" pitchFamily="18" charset="0"/>
                        </a:rPr>
                        <a:t>Array operations: traversal, insertion, deletion, sorting, searching</a:t>
                      </a:r>
                      <a:endParaRPr lang="en-IN" sz="1600" b="0" i="0" dirty="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US" sz="1600" b="0" i="0" dirty="0">
                          <a:solidFill>
                            <a:srgbClr val="002060"/>
                          </a:solidFill>
                          <a:latin typeface="Times New Roman" panose="02020603050405020304" pitchFamily="18" charset="0"/>
                          <a:ea typeface="+mn-ea"/>
                          <a:cs typeface="Times New Roman" panose="02020603050405020304" pitchFamily="18" charset="0"/>
                        </a:rPr>
                        <a:t>Reading material (online tutorial), Practice Questions</a:t>
                      </a:r>
                      <a:endParaRPr lang="en-IN" sz="1600" b="0" i="0" dirty="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US" sz="1600" b="0" i="0" dirty="0">
                          <a:solidFill>
                            <a:srgbClr val="002060"/>
                          </a:solidFill>
                          <a:latin typeface="Times New Roman" panose="02020603050405020304" pitchFamily="18" charset="0"/>
                          <a:ea typeface="+mn-ea"/>
                          <a:cs typeface="Times New Roman" panose="02020603050405020304" pitchFamily="18" charset="0"/>
                        </a:rPr>
                        <a:t>Learn Data Structures and Algorithms |DSA Tutorial</a:t>
                      </a:r>
                      <a:endParaRPr lang="en-IN" sz="1600" b="0" i="0" dirty="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70%</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https://www.geeksforgeeks.org/array-data-structure/?ref=lbp</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extLst>
                  <a:ext uri="{0D108BD9-81ED-4DB2-BD59-A6C34878D82A}">
                    <a16:rowId xmlns:a16="http://schemas.microsoft.com/office/drawing/2014/main" val="2081309282"/>
                  </a:ext>
                </a:extLst>
              </a:tr>
              <a:tr h="1919715">
                <a:tc>
                  <a:txBody>
                    <a:bodyPr/>
                    <a:lstStyle/>
                    <a:p>
                      <a:pPr algn="just">
                        <a:lnSpc>
                          <a:spcPct val="106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Unit 2</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Linked Lists</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Introduction, Memory representation, Allocation, Traversal, Insertion, Deletion,</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Reading material (online tutorial), Practice Questions</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Learn Data Structures and Algorithms |DSA Tutorial</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US" sz="1600" b="0" i="0" dirty="0">
                          <a:solidFill>
                            <a:srgbClr val="002060"/>
                          </a:solidFill>
                          <a:latin typeface="Times New Roman" panose="02020603050405020304" pitchFamily="18" charset="0"/>
                          <a:ea typeface="+mn-ea"/>
                          <a:cs typeface="Times New Roman" panose="02020603050405020304" pitchFamily="18" charset="0"/>
                        </a:rPr>
                        <a:t>80%</a:t>
                      </a:r>
                      <a:endParaRPr lang="en-IN" sz="1600" b="0" i="0" dirty="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US" sz="1600" b="0" i="0" dirty="0">
                          <a:solidFill>
                            <a:srgbClr val="002060"/>
                          </a:solidFill>
                          <a:latin typeface="Times New Roman" panose="02020603050405020304" pitchFamily="18" charset="0"/>
                          <a:ea typeface="+mn-ea"/>
                          <a:cs typeface="Times New Roman" panose="02020603050405020304" pitchFamily="18" charset="0"/>
                        </a:rPr>
                        <a:t>https://www.geeksforgeeks.org/data-structures/linked-list/?ref=lbp</a:t>
                      </a:r>
                      <a:endParaRPr lang="en-IN" sz="1600" b="0" i="0" dirty="0">
                        <a:solidFill>
                          <a:srgbClr val="002060"/>
                        </a:solidFill>
                        <a:latin typeface="Times New Roman" panose="02020603050405020304" pitchFamily="18" charset="0"/>
                        <a:ea typeface="+mn-ea"/>
                        <a:cs typeface="Times New Roman" panose="02020603050405020304" pitchFamily="18" charset="0"/>
                      </a:endParaRPr>
                    </a:p>
                  </a:txBody>
                  <a:tcPr marL="68580" marR="68580" marT="0" marB="0"/>
                </a:tc>
                <a:extLst>
                  <a:ext uri="{0D108BD9-81ED-4DB2-BD59-A6C34878D82A}">
                    <a16:rowId xmlns:a16="http://schemas.microsoft.com/office/drawing/2014/main" val="1122700287"/>
                  </a:ext>
                </a:extLst>
              </a:tr>
            </a:tbl>
          </a:graphicData>
        </a:graphic>
      </p:graphicFrame>
    </p:spTree>
    <p:extLst>
      <p:ext uri="{BB962C8B-B14F-4D97-AF65-F5344CB8AC3E}">
        <p14:creationId xmlns:p14="http://schemas.microsoft.com/office/powerpoint/2010/main" val="1085108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AEF99D6-3389-79BA-683B-1BB58300BF37}"/>
              </a:ext>
            </a:extLst>
          </p:cNvPr>
          <p:cNvSpPr>
            <a:spLocks noGrp="1"/>
          </p:cNvSpPr>
          <p:nvPr>
            <p:ph type="title"/>
          </p:nvPr>
        </p:nvSpPr>
        <p:spPr>
          <a:xfrm>
            <a:off x="533400" y="1025525"/>
            <a:ext cx="8077200" cy="512762"/>
          </a:xfrm>
        </p:spPr>
        <p:txBody>
          <a:bodyPr/>
          <a:lstStyle/>
          <a:p>
            <a:r>
              <a:rPr lang="en-IN" sz="4000" dirty="0">
                <a:solidFill>
                  <a:srgbClr val="C00000"/>
                </a:solidFill>
                <a:latin typeface="Times New Roman" panose="02020603050405020304" pitchFamily="18" charset="0"/>
                <a:cs typeface="Times New Roman" panose="02020603050405020304" pitchFamily="18" charset="0"/>
              </a:rPr>
              <a:t>Open Education Resources (OER)</a:t>
            </a:r>
          </a:p>
        </p:txBody>
      </p:sp>
      <p:graphicFrame>
        <p:nvGraphicFramePr>
          <p:cNvPr id="5" name="Table 4">
            <a:extLst>
              <a:ext uri="{FF2B5EF4-FFF2-40B4-BE49-F238E27FC236}">
                <a16:creationId xmlns:a16="http://schemas.microsoft.com/office/drawing/2014/main" id="{895DF76E-E613-FE0D-7EE3-C57DA0FE51B7}"/>
              </a:ext>
            </a:extLst>
          </p:cNvPr>
          <p:cNvGraphicFramePr>
            <a:graphicFrameLocks noGrp="1"/>
          </p:cNvGraphicFramePr>
          <p:nvPr>
            <p:extLst>
              <p:ext uri="{D42A27DB-BD31-4B8C-83A1-F6EECF244321}">
                <p14:modId xmlns:p14="http://schemas.microsoft.com/office/powerpoint/2010/main" val="986954465"/>
              </p:ext>
            </p:extLst>
          </p:nvPr>
        </p:nvGraphicFramePr>
        <p:xfrm>
          <a:off x="189187" y="1844566"/>
          <a:ext cx="8781391" cy="4447576"/>
        </p:xfrm>
        <a:graphic>
          <a:graphicData uri="http://schemas.openxmlformats.org/drawingml/2006/table">
            <a:tbl>
              <a:tblPr firstRow="1" firstCol="1" bandRow="1">
                <a:tableStyleId>{5940675A-B579-460E-94D1-54222C63F5DA}</a:tableStyleId>
              </a:tblPr>
              <a:tblGrid>
                <a:gridCol w="630620">
                  <a:extLst>
                    <a:ext uri="{9D8B030D-6E8A-4147-A177-3AD203B41FA5}">
                      <a16:colId xmlns:a16="http://schemas.microsoft.com/office/drawing/2014/main" val="1532619987"/>
                    </a:ext>
                  </a:extLst>
                </a:gridCol>
                <a:gridCol w="993227">
                  <a:extLst>
                    <a:ext uri="{9D8B030D-6E8A-4147-A177-3AD203B41FA5}">
                      <a16:colId xmlns:a16="http://schemas.microsoft.com/office/drawing/2014/main" val="2284510929"/>
                    </a:ext>
                  </a:extLst>
                </a:gridCol>
                <a:gridCol w="2071859">
                  <a:extLst>
                    <a:ext uri="{9D8B030D-6E8A-4147-A177-3AD203B41FA5}">
                      <a16:colId xmlns:a16="http://schemas.microsoft.com/office/drawing/2014/main" val="495704364"/>
                    </a:ext>
                  </a:extLst>
                </a:gridCol>
                <a:gridCol w="1766091">
                  <a:extLst>
                    <a:ext uri="{9D8B030D-6E8A-4147-A177-3AD203B41FA5}">
                      <a16:colId xmlns:a16="http://schemas.microsoft.com/office/drawing/2014/main" val="941666201"/>
                    </a:ext>
                  </a:extLst>
                </a:gridCol>
                <a:gridCol w="1275510">
                  <a:extLst>
                    <a:ext uri="{9D8B030D-6E8A-4147-A177-3AD203B41FA5}">
                      <a16:colId xmlns:a16="http://schemas.microsoft.com/office/drawing/2014/main" val="1179467276"/>
                    </a:ext>
                  </a:extLst>
                </a:gridCol>
                <a:gridCol w="490580">
                  <a:extLst>
                    <a:ext uri="{9D8B030D-6E8A-4147-A177-3AD203B41FA5}">
                      <a16:colId xmlns:a16="http://schemas.microsoft.com/office/drawing/2014/main" val="1742623317"/>
                    </a:ext>
                  </a:extLst>
                </a:gridCol>
                <a:gridCol w="1553504">
                  <a:extLst>
                    <a:ext uri="{9D8B030D-6E8A-4147-A177-3AD203B41FA5}">
                      <a16:colId xmlns:a16="http://schemas.microsoft.com/office/drawing/2014/main" val="1627957318"/>
                    </a:ext>
                  </a:extLst>
                </a:gridCol>
              </a:tblGrid>
              <a:tr h="1659192">
                <a:tc>
                  <a:txBody>
                    <a:bodyPr/>
                    <a:lstStyle/>
                    <a:p>
                      <a:pPr algn="just">
                        <a:lnSpc>
                          <a:spcPct val="106000"/>
                        </a:lnSpc>
                        <a:spcAft>
                          <a:spcPts val="1000"/>
                        </a:spcAft>
                        <a:buNone/>
                      </a:pPr>
                      <a:r>
                        <a:rPr lang="en-US" sz="1600" b="0" i="0" dirty="0">
                          <a:solidFill>
                            <a:srgbClr val="002060"/>
                          </a:solidFill>
                          <a:latin typeface="Times New Roman" panose="02020603050405020304" pitchFamily="18" charset="0"/>
                          <a:ea typeface="+mn-ea"/>
                          <a:cs typeface="Times New Roman" panose="02020603050405020304" pitchFamily="18" charset="0"/>
                        </a:rPr>
                        <a:t>Unit 3</a:t>
                      </a:r>
                      <a:endParaRPr lang="en-IN" sz="1600" b="0" i="0" dirty="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tc>
                  <a:txBody>
                    <a:bodyPr/>
                    <a:lstStyle/>
                    <a:p>
                      <a:pPr algn="just">
                        <a:lnSpc>
                          <a:spcPct val="115000"/>
                        </a:lnSpc>
                        <a:spcAft>
                          <a:spcPts val="1000"/>
                        </a:spcAft>
                        <a:buNone/>
                      </a:pPr>
                      <a:r>
                        <a:rPr lang="en-US" sz="1600" b="0" i="0" dirty="0">
                          <a:solidFill>
                            <a:srgbClr val="002060"/>
                          </a:solidFill>
                          <a:latin typeface="Times New Roman" panose="02020603050405020304" pitchFamily="18" charset="0"/>
                          <a:ea typeface="+mn-ea"/>
                          <a:cs typeface="Times New Roman" panose="02020603050405020304" pitchFamily="18" charset="0"/>
                        </a:rPr>
                        <a:t>Stacks, Queue</a:t>
                      </a:r>
                      <a:endParaRPr lang="en-IN" sz="1600" b="0" i="0" dirty="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tc>
                  <a:txBody>
                    <a:bodyPr/>
                    <a:lstStyle/>
                    <a:p>
                      <a:pPr algn="just">
                        <a:lnSpc>
                          <a:spcPct val="115000"/>
                        </a:lnSpc>
                        <a:spcAft>
                          <a:spcPts val="1000"/>
                        </a:spcAft>
                        <a:buNone/>
                      </a:pPr>
                      <a:r>
                        <a:rPr lang="en-US" sz="1600" b="0" i="0" dirty="0">
                          <a:solidFill>
                            <a:srgbClr val="002060"/>
                          </a:solidFill>
                          <a:latin typeface="Times New Roman" panose="02020603050405020304" pitchFamily="18" charset="0"/>
                          <a:ea typeface="+mn-ea"/>
                          <a:cs typeface="Times New Roman" panose="02020603050405020304" pitchFamily="18" charset="0"/>
                        </a:rPr>
                        <a:t>Introduction: List and Array representations, Operations on stack (traversal, push and pop)</a:t>
                      </a:r>
                      <a:endParaRPr lang="en-IN" sz="1600" b="0" i="0" dirty="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Reading material (online tutorial), Practice Questions</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tc>
                  <a:txBody>
                    <a:bodyPr/>
                    <a:lstStyle/>
                    <a:p>
                      <a:pPr algn="just">
                        <a:lnSpc>
                          <a:spcPct val="115000"/>
                        </a:lnSpc>
                        <a:spcAft>
                          <a:spcPts val="1000"/>
                        </a:spcAft>
                        <a:buNone/>
                      </a:pPr>
                      <a:r>
                        <a:rPr lang="en-US" sz="1600" b="0" i="0" dirty="0">
                          <a:solidFill>
                            <a:srgbClr val="002060"/>
                          </a:solidFill>
                          <a:latin typeface="Times New Roman" panose="02020603050405020304" pitchFamily="18" charset="0"/>
                          <a:ea typeface="+mn-ea"/>
                          <a:cs typeface="Times New Roman" panose="02020603050405020304" pitchFamily="18" charset="0"/>
                        </a:rPr>
                        <a:t>Learn Data Structures and Algorithms |DSA Tutorial</a:t>
                      </a:r>
                      <a:endParaRPr lang="en-IN" sz="1600" b="0" i="0" dirty="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tc>
                  <a:txBody>
                    <a:bodyPr/>
                    <a:lstStyle/>
                    <a:p>
                      <a:pPr algn="just">
                        <a:lnSpc>
                          <a:spcPct val="115000"/>
                        </a:lnSpc>
                        <a:spcAft>
                          <a:spcPts val="1000"/>
                        </a:spcAft>
                        <a:buNone/>
                      </a:pPr>
                      <a:r>
                        <a:rPr lang="en-US" sz="1600" b="0" i="0" dirty="0">
                          <a:solidFill>
                            <a:srgbClr val="002060"/>
                          </a:solidFill>
                          <a:latin typeface="Times New Roman" panose="02020603050405020304" pitchFamily="18" charset="0"/>
                          <a:ea typeface="+mn-ea"/>
                          <a:cs typeface="Times New Roman" panose="02020603050405020304" pitchFamily="18" charset="0"/>
                        </a:rPr>
                        <a:t>60%</a:t>
                      </a:r>
                      <a:endParaRPr lang="en-IN" sz="1600" b="0" i="0" dirty="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https://www.geeksforgeeks.org/stack-data-structure/?ref=lbp</a:t>
                      </a:r>
                      <a:endParaRPr lang="en-IN" sz="1600" b="0" i="0">
                        <a:solidFill>
                          <a:srgbClr val="002060"/>
                        </a:solidFill>
                        <a:latin typeface="Times New Roman" panose="02020603050405020304" pitchFamily="18" charset="0"/>
                        <a:ea typeface="+mn-ea"/>
                        <a:cs typeface="Times New Roman" panose="02020603050405020304" pitchFamily="18" charset="0"/>
                      </a:endParaRPr>
                    </a:p>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 </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extLst>
                  <a:ext uri="{0D108BD9-81ED-4DB2-BD59-A6C34878D82A}">
                    <a16:rowId xmlns:a16="http://schemas.microsoft.com/office/drawing/2014/main" val="1781919463"/>
                  </a:ext>
                </a:extLst>
              </a:tr>
              <a:tr h="2660559">
                <a:tc>
                  <a:txBody>
                    <a:bodyPr/>
                    <a:lstStyle/>
                    <a:p>
                      <a:pPr algn="just">
                        <a:lnSpc>
                          <a:spcPct val="106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Unit 4</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Trees, Recursion</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Binary trees: introduction, searching, insertion and deletion, In-order traversal, Pre-order traversal, Post-order traversal using recursion</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Reading material (online tutorial), Practice Questions</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Learn Data Structures and Algorithms |DSA Tutorial</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70%</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tc>
                  <a:txBody>
                    <a:bodyPr/>
                    <a:lstStyle/>
                    <a:p>
                      <a:pPr algn="just">
                        <a:lnSpc>
                          <a:spcPct val="115000"/>
                        </a:lnSpc>
                        <a:spcAft>
                          <a:spcPts val="1000"/>
                        </a:spcAft>
                        <a:buNone/>
                      </a:pPr>
                      <a:r>
                        <a:rPr lang="en-US" sz="1600" b="0" i="0" dirty="0">
                          <a:solidFill>
                            <a:srgbClr val="002060"/>
                          </a:solidFill>
                          <a:latin typeface="Times New Roman" panose="02020603050405020304" pitchFamily="18" charset="0"/>
                          <a:ea typeface="+mn-ea"/>
                          <a:cs typeface="Times New Roman" panose="02020603050405020304" pitchFamily="18" charset="0"/>
                        </a:rPr>
                        <a:t>https://www.geeksforgeeks.org/introduction-to-tree-data-structure-and-algorithm-tutorials/?ref=lbp</a:t>
                      </a:r>
                      <a:endParaRPr lang="en-IN" sz="1600" b="0" i="0" dirty="0">
                        <a:solidFill>
                          <a:srgbClr val="002060"/>
                        </a:solidFill>
                        <a:latin typeface="Times New Roman" panose="02020603050405020304" pitchFamily="18" charset="0"/>
                        <a:ea typeface="+mn-ea"/>
                        <a:cs typeface="Times New Roman" panose="02020603050405020304" pitchFamily="18" charset="0"/>
                      </a:endParaRPr>
                    </a:p>
                  </a:txBody>
                  <a:tcPr marL="51452" marR="51452" marT="0" marB="0"/>
                </a:tc>
                <a:extLst>
                  <a:ext uri="{0D108BD9-81ED-4DB2-BD59-A6C34878D82A}">
                    <a16:rowId xmlns:a16="http://schemas.microsoft.com/office/drawing/2014/main" val="1173812259"/>
                  </a:ext>
                </a:extLst>
              </a:tr>
            </a:tbl>
          </a:graphicData>
        </a:graphic>
      </p:graphicFrame>
    </p:spTree>
    <p:extLst>
      <p:ext uri="{BB962C8B-B14F-4D97-AF65-F5344CB8AC3E}">
        <p14:creationId xmlns:p14="http://schemas.microsoft.com/office/powerpoint/2010/main" val="1552885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1C25A-1C51-6D2A-39AD-9AE2CBCB512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2730EF9-FE7C-938D-8B3A-59A57FB5D25C}"/>
              </a:ext>
            </a:extLst>
          </p:cNvPr>
          <p:cNvSpPr>
            <a:spLocks noGrp="1"/>
          </p:cNvSpPr>
          <p:nvPr>
            <p:ph type="title"/>
          </p:nvPr>
        </p:nvSpPr>
        <p:spPr>
          <a:xfrm>
            <a:off x="533400" y="1025525"/>
            <a:ext cx="8077200" cy="512762"/>
          </a:xfrm>
        </p:spPr>
        <p:txBody>
          <a:bodyPr/>
          <a:lstStyle/>
          <a:p>
            <a:r>
              <a:rPr lang="en-IN" sz="4000" dirty="0">
                <a:solidFill>
                  <a:srgbClr val="C00000"/>
                </a:solidFill>
                <a:latin typeface="Times New Roman" panose="02020603050405020304" pitchFamily="18" charset="0"/>
                <a:cs typeface="Times New Roman" panose="02020603050405020304" pitchFamily="18" charset="0"/>
              </a:rPr>
              <a:t>Open Education Resources (OER)</a:t>
            </a:r>
          </a:p>
        </p:txBody>
      </p:sp>
      <p:graphicFrame>
        <p:nvGraphicFramePr>
          <p:cNvPr id="2" name="Table 1">
            <a:extLst>
              <a:ext uri="{FF2B5EF4-FFF2-40B4-BE49-F238E27FC236}">
                <a16:creationId xmlns:a16="http://schemas.microsoft.com/office/drawing/2014/main" id="{F65AEB82-8B2F-AB9B-42C9-3DB800D0987A}"/>
              </a:ext>
            </a:extLst>
          </p:cNvPr>
          <p:cNvGraphicFramePr>
            <a:graphicFrameLocks noGrp="1"/>
          </p:cNvGraphicFramePr>
          <p:nvPr>
            <p:extLst>
              <p:ext uri="{D42A27DB-BD31-4B8C-83A1-F6EECF244321}">
                <p14:modId xmlns:p14="http://schemas.microsoft.com/office/powerpoint/2010/main" val="2913809513"/>
              </p:ext>
            </p:extLst>
          </p:nvPr>
        </p:nvGraphicFramePr>
        <p:xfrm>
          <a:off x="189186" y="1797269"/>
          <a:ext cx="8765627" cy="4481492"/>
        </p:xfrm>
        <a:graphic>
          <a:graphicData uri="http://schemas.openxmlformats.org/drawingml/2006/table">
            <a:tbl>
              <a:tblPr firstRow="1" firstCol="1" bandRow="1">
                <a:tableStyleId>{5940675A-B579-460E-94D1-54222C63F5DA}</a:tableStyleId>
              </a:tblPr>
              <a:tblGrid>
                <a:gridCol w="646386">
                  <a:extLst>
                    <a:ext uri="{9D8B030D-6E8A-4147-A177-3AD203B41FA5}">
                      <a16:colId xmlns:a16="http://schemas.microsoft.com/office/drawing/2014/main" val="4287501249"/>
                    </a:ext>
                  </a:extLst>
                </a:gridCol>
                <a:gridCol w="867104">
                  <a:extLst>
                    <a:ext uri="{9D8B030D-6E8A-4147-A177-3AD203B41FA5}">
                      <a16:colId xmlns:a16="http://schemas.microsoft.com/office/drawing/2014/main" val="1632884308"/>
                    </a:ext>
                  </a:extLst>
                </a:gridCol>
                <a:gridCol w="2427890">
                  <a:extLst>
                    <a:ext uri="{9D8B030D-6E8A-4147-A177-3AD203B41FA5}">
                      <a16:colId xmlns:a16="http://schemas.microsoft.com/office/drawing/2014/main" val="1925513783"/>
                    </a:ext>
                  </a:extLst>
                </a:gridCol>
                <a:gridCol w="1355834">
                  <a:extLst>
                    <a:ext uri="{9D8B030D-6E8A-4147-A177-3AD203B41FA5}">
                      <a16:colId xmlns:a16="http://schemas.microsoft.com/office/drawing/2014/main" val="1268064198"/>
                    </a:ext>
                  </a:extLst>
                </a:gridCol>
                <a:gridCol w="1340069">
                  <a:extLst>
                    <a:ext uri="{9D8B030D-6E8A-4147-A177-3AD203B41FA5}">
                      <a16:colId xmlns:a16="http://schemas.microsoft.com/office/drawing/2014/main" val="3459426507"/>
                    </a:ext>
                  </a:extLst>
                </a:gridCol>
                <a:gridCol w="693683">
                  <a:extLst>
                    <a:ext uri="{9D8B030D-6E8A-4147-A177-3AD203B41FA5}">
                      <a16:colId xmlns:a16="http://schemas.microsoft.com/office/drawing/2014/main" val="3474592407"/>
                    </a:ext>
                  </a:extLst>
                </a:gridCol>
                <a:gridCol w="1434661">
                  <a:extLst>
                    <a:ext uri="{9D8B030D-6E8A-4147-A177-3AD203B41FA5}">
                      <a16:colId xmlns:a16="http://schemas.microsoft.com/office/drawing/2014/main" val="4171342203"/>
                    </a:ext>
                  </a:extLst>
                </a:gridCol>
              </a:tblGrid>
              <a:tr h="2821475">
                <a:tc>
                  <a:txBody>
                    <a:bodyPr/>
                    <a:lstStyle/>
                    <a:p>
                      <a:pPr algn="just">
                        <a:lnSpc>
                          <a:spcPct val="106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Unit 5</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Heaps and Hashing</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Heaps: Introduction, Insertion, Deletion, HeapSort, Hashing introduction: hash functions, hash table, Open hashing (separate chaining), Closed hashing (open addressing): linear probing, quadratic probing and double hashing</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Reading material (online tutorial), Practice Questions</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Learn Data Structures and Algorithms |DSA Tutorial</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50%</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tc>
                  <a:txBody>
                    <a:bodyPr/>
                    <a:lstStyle/>
                    <a:p>
                      <a:pPr algn="just">
                        <a:lnSpc>
                          <a:spcPct val="115000"/>
                        </a:lnSpc>
                        <a:spcAft>
                          <a:spcPts val="1000"/>
                        </a:spcAft>
                        <a:buNone/>
                      </a:pPr>
                      <a:r>
                        <a:rPr lang="en-US" sz="1600" b="0" i="0" dirty="0">
                          <a:solidFill>
                            <a:srgbClr val="002060"/>
                          </a:solidFill>
                          <a:latin typeface="Times New Roman" panose="02020603050405020304" pitchFamily="18" charset="0"/>
                          <a:ea typeface="+mn-ea"/>
                          <a:cs typeface="Times New Roman" panose="02020603050405020304" pitchFamily="18" charset="0"/>
                        </a:rPr>
                        <a:t>https://www.geeksforgeeks.org/dsa/hashing-data-structure/</a:t>
                      </a:r>
                      <a:endParaRPr lang="en-IN" sz="1600" b="0" i="0" dirty="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extLst>
                  <a:ext uri="{0D108BD9-81ED-4DB2-BD59-A6C34878D82A}">
                    <a16:rowId xmlns:a16="http://schemas.microsoft.com/office/drawing/2014/main" val="2257314953"/>
                  </a:ext>
                </a:extLst>
              </a:tr>
              <a:tr h="1577104">
                <a:tc>
                  <a:txBody>
                    <a:bodyPr/>
                    <a:lstStyle/>
                    <a:p>
                      <a:pPr algn="just">
                        <a:lnSpc>
                          <a:spcPct val="106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Unit 6</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Graphs</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Graph Traversal: BFS, DFS, Shortest path algorithm: Dijkstra’s Algorithm, Bellman-Ford Algorithm, Floyd Warshall Algorithm </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Reading material (online tutorial), Practice Questions</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Learn Data Structures and Algorithms |DSA Tutorial</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tc>
                  <a:txBody>
                    <a:bodyPr/>
                    <a:lstStyle/>
                    <a:p>
                      <a:pPr algn="just">
                        <a:lnSpc>
                          <a:spcPct val="115000"/>
                        </a:lnSpc>
                        <a:spcAft>
                          <a:spcPts val="1000"/>
                        </a:spcAft>
                        <a:buNone/>
                      </a:pPr>
                      <a:r>
                        <a:rPr lang="en-US" sz="1600" b="0" i="0">
                          <a:solidFill>
                            <a:srgbClr val="002060"/>
                          </a:solidFill>
                          <a:latin typeface="Times New Roman" panose="02020603050405020304" pitchFamily="18" charset="0"/>
                          <a:ea typeface="+mn-ea"/>
                          <a:cs typeface="Times New Roman" panose="02020603050405020304" pitchFamily="18" charset="0"/>
                        </a:rPr>
                        <a:t>60%</a:t>
                      </a:r>
                      <a:endParaRPr lang="en-IN" sz="1600" b="0" i="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tc>
                  <a:txBody>
                    <a:bodyPr/>
                    <a:lstStyle/>
                    <a:p>
                      <a:pPr algn="just">
                        <a:lnSpc>
                          <a:spcPct val="115000"/>
                        </a:lnSpc>
                        <a:spcAft>
                          <a:spcPts val="1000"/>
                        </a:spcAft>
                        <a:buNone/>
                      </a:pPr>
                      <a:r>
                        <a:rPr lang="en-US" sz="1600" b="0" i="0" dirty="0">
                          <a:solidFill>
                            <a:srgbClr val="002060"/>
                          </a:solidFill>
                          <a:latin typeface="Times New Roman" panose="02020603050405020304" pitchFamily="18" charset="0"/>
                          <a:ea typeface="+mn-ea"/>
                          <a:cs typeface="Times New Roman" panose="02020603050405020304" pitchFamily="18" charset="0"/>
                        </a:rPr>
                        <a:t>https://www.geeksforgeeks.org/graph-data-structure-and-algorithms/?ref=lbp</a:t>
                      </a:r>
                      <a:endParaRPr lang="en-IN" sz="1600" b="0" i="0" dirty="0">
                        <a:solidFill>
                          <a:srgbClr val="002060"/>
                        </a:solidFill>
                        <a:latin typeface="Times New Roman" panose="02020603050405020304" pitchFamily="18" charset="0"/>
                        <a:ea typeface="+mn-ea"/>
                        <a:cs typeface="Times New Roman" panose="02020603050405020304" pitchFamily="18" charset="0"/>
                      </a:endParaRPr>
                    </a:p>
                  </a:txBody>
                  <a:tcPr marL="34245" marR="34245" marT="0" marB="0"/>
                </a:tc>
                <a:extLst>
                  <a:ext uri="{0D108BD9-81ED-4DB2-BD59-A6C34878D82A}">
                    <a16:rowId xmlns:a16="http://schemas.microsoft.com/office/drawing/2014/main" val="1361730383"/>
                  </a:ext>
                </a:extLst>
              </a:tr>
            </a:tbl>
          </a:graphicData>
        </a:graphic>
      </p:graphicFrame>
    </p:spTree>
    <p:extLst>
      <p:ext uri="{BB962C8B-B14F-4D97-AF65-F5344CB8AC3E}">
        <p14:creationId xmlns:p14="http://schemas.microsoft.com/office/powerpoint/2010/main" val="4172612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DEAC07D9-631C-DE24-7BD6-F796E4672307}"/>
              </a:ext>
            </a:extLst>
          </p:cNvPr>
          <p:cNvSpPr>
            <a:spLocks noGrp="1"/>
          </p:cNvSpPr>
          <p:nvPr>
            <p:ph type="title"/>
          </p:nvPr>
        </p:nvSpPr>
        <p:spPr>
          <a:xfrm>
            <a:off x="357954" y="1130060"/>
            <a:ext cx="8458200" cy="553998"/>
          </a:xfrm>
        </p:spPr>
        <p:txBody>
          <a:bodyPr/>
          <a:lstStyle/>
          <a:p>
            <a:r>
              <a:rPr lang="en-US" altLang="en-US" sz="3600" dirty="0">
                <a:solidFill>
                  <a:srgbClr val="C00000"/>
                </a:solidFill>
                <a:latin typeface="Times New Roman" panose="02020603050405020304" pitchFamily="18" charset="0"/>
                <a:cs typeface="Times New Roman" panose="02020603050405020304" pitchFamily="18" charset="0"/>
              </a:rPr>
              <a:t>Text/Reference books</a:t>
            </a:r>
          </a:p>
        </p:txBody>
      </p:sp>
      <p:sp>
        <p:nvSpPr>
          <p:cNvPr id="2" name="Content Placeholder 1">
            <a:extLst>
              <a:ext uri="{FF2B5EF4-FFF2-40B4-BE49-F238E27FC236}">
                <a16:creationId xmlns:a16="http://schemas.microsoft.com/office/drawing/2014/main" id="{D68F643F-6F68-15F0-46B4-BA121AF38388}"/>
              </a:ext>
            </a:extLst>
          </p:cNvPr>
          <p:cNvSpPr>
            <a:spLocks noGrp="1"/>
          </p:cNvSpPr>
          <p:nvPr>
            <p:ph idx="1"/>
          </p:nvPr>
        </p:nvSpPr>
        <p:spPr>
          <a:xfrm>
            <a:off x="357954" y="2256220"/>
            <a:ext cx="7863709" cy="3471720"/>
          </a:xfrm>
        </p:spPr>
        <p:txBody>
          <a:bodyPr/>
          <a:lstStyle/>
          <a:p>
            <a:pPr marL="0" indent="0" eaLnBrk="1" fontAlgn="auto" hangingPunct="1">
              <a:spcAft>
                <a:spcPts val="0"/>
              </a:spcAft>
              <a:buFont typeface="Arial" panose="020B0604020202020204" pitchFamily="34" charset="0"/>
              <a:buNone/>
              <a:defRPr/>
            </a:pPr>
            <a:r>
              <a:rPr lang="en-US" sz="3600" dirty="0">
                <a:solidFill>
                  <a:srgbClr val="C00000"/>
                </a:solidFill>
                <a:latin typeface="Times New Roman" panose="02020603050405020304" pitchFamily="18" charset="0"/>
                <a:ea typeface="+mj-ea"/>
                <a:cs typeface="Times New Roman" panose="02020603050405020304" pitchFamily="18" charset="0"/>
              </a:rPr>
              <a:t>Books to Follow</a:t>
            </a:r>
            <a:endParaRPr lang="en-IN" sz="3600" dirty="0">
              <a:solidFill>
                <a:srgbClr val="C00000"/>
              </a:solidFill>
              <a:latin typeface="Times New Roman" panose="02020603050405020304" pitchFamily="18" charset="0"/>
              <a:ea typeface="+mj-ea"/>
              <a:cs typeface="Times New Roman" panose="02020603050405020304" pitchFamily="18" charset="0"/>
            </a:endParaRPr>
          </a:p>
          <a:p>
            <a:pPr eaLnBrk="1" fontAlgn="auto" hangingPunct="1">
              <a:spcAft>
                <a:spcPts val="0"/>
              </a:spcAft>
              <a:defRPr/>
            </a:pPr>
            <a:r>
              <a:rPr lang="en-US" sz="2400" b="1" dirty="0">
                <a:solidFill>
                  <a:srgbClr val="002060"/>
                </a:solidFill>
                <a:latin typeface="Times New Roman" panose="02020603050405020304" pitchFamily="18" charset="0"/>
                <a:cs typeface="Times New Roman" panose="02020603050405020304" pitchFamily="18" charset="0"/>
              </a:rPr>
              <a:t>Data Structures </a:t>
            </a:r>
            <a:r>
              <a:rPr lang="en-US" sz="2400" dirty="0">
                <a:solidFill>
                  <a:srgbClr val="002060"/>
                </a:solidFill>
                <a:latin typeface="Times New Roman" panose="02020603050405020304" pitchFamily="18" charset="0"/>
                <a:cs typeface="Times New Roman" panose="02020603050405020304" pitchFamily="18" charset="0"/>
              </a:rPr>
              <a:t>(Schaum’s Outlines Series)</a:t>
            </a:r>
            <a:br>
              <a:rPr lang="en-US" sz="2400" dirty="0">
                <a:solidFill>
                  <a:srgbClr val="002060"/>
                </a:solidFill>
                <a:latin typeface="Times New Roman" panose="02020603050405020304" pitchFamily="18" charset="0"/>
                <a:cs typeface="Times New Roman" panose="02020603050405020304" pitchFamily="18" charset="0"/>
              </a:rPr>
            </a:br>
            <a:r>
              <a:rPr lang="en-US" sz="2400" dirty="0">
                <a:solidFill>
                  <a:srgbClr val="002060"/>
                </a:solidFill>
                <a:latin typeface="Times New Roman" panose="02020603050405020304" pitchFamily="18" charset="0"/>
                <a:cs typeface="Times New Roman" panose="02020603050405020304" pitchFamily="18" charset="0"/>
              </a:rPr>
              <a:t>Author - Seymour Lipschutz</a:t>
            </a:r>
          </a:p>
          <a:p>
            <a:pPr marL="0" indent="0" eaLnBrk="1" fontAlgn="auto" hangingPunct="1">
              <a:spcAft>
                <a:spcPts val="0"/>
              </a:spcAft>
              <a:buFont typeface="Arial" panose="020B0604020202020204" pitchFamily="34" charset="0"/>
              <a:buNone/>
              <a:defRPr/>
            </a:pPr>
            <a:endParaRPr lang="en-US" sz="2400" dirty="0">
              <a:solidFill>
                <a:srgbClr val="002060"/>
              </a:solidFill>
              <a:latin typeface="Times New Roman" panose="02020603050405020304" pitchFamily="18" charset="0"/>
              <a:cs typeface="Times New Roman" panose="02020603050405020304" pitchFamily="18" charset="0"/>
            </a:endParaRPr>
          </a:p>
          <a:p>
            <a:pPr eaLnBrk="1" fontAlgn="auto" hangingPunct="1">
              <a:spcAft>
                <a:spcPts val="0"/>
              </a:spcAft>
              <a:defRPr/>
            </a:pPr>
            <a:r>
              <a:rPr lang="en-US" sz="2400" b="1" dirty="0">
                <a:solidFill>
                  <a:srgbClr val="002060"/>
                </a:solidFill>
                <a:latin typeface="Times New Roman" panose="02020603050405020304" pitchFamily="18" charset="0"/>
                <a:cs typeface="Times New Roman" panose="02020603050405020304" pitchFamily="18" charset="0"/>
              </a:rPr>
              <a:t>Data Structures And Algorithms </a:t>
            </a:r>
          </a:p>
          <a:p>
            <a:pPr marL="0" indent="0" eaLnBrk="1" fontAlgn="auto" hangingPunct="1">
              <a:spcAft>
                <a:spcPts val="0"/>
              </a:spcAft>
              <a:buFont typeface="Arial" panose="020B0604020202020204" pitchFamily="34" charset="0"/>
              <a:buNone/>
              <a:defRPr/>
            </a:pPr>
            <a:r>
              <a:rPr lang="en-US" sz="2400" dirty="0">
                <a:solidFill>
                  <a:srgbClr val="002060"/>
                </a:solidFill>
                <a:latin typeface="Times New Roman" panose="02020603050405020304" pitchFamily="18" charset="0"/>
                <a:cs typeface="Times New Roman" panose="02020603050405020304" pitchFamily="18" charset="0"/>
              </a:rPr>
              <a:t>By Alfred V. Aho, Jeffrey D. Ullman</a:t>
            </a:r>
          </a:p>
          <a:p>
            <a:pPr marL="0" indent="0" eaLnBrk="1" fontAlgn="auto" hangingPunct="1">
              <a:spcAft>
                <a:spcPts val="0"/>
              </a:spcAft>
              <a:buFont typeface="Arial" panose="020B0604020202020204" pitchFamily="34" charset="0"/>
              <a:buNone/>
              <a:defRPr/>
            </a:pPr>
            <a:r>
              <a:rPr lang="en-US" sz="2400" dirty="0">
                <a:solidFill>
                  <a:srgbClr val="002060"/>
                </a:solidFill>
                <a:latin typeface="Times New Roman" panose="02020603050405020304" pitchFamily="18" charset="0"/>
                <a:cs typeface="Times New Roman" panose="02020603050405020304" pitchFamily="18" charset="0"/>
              </a:rPr>
              <a:t>And John E. Hopcroft, Pearson</a:t>
            </a:r>
            <a:endParaRPr lang="en-IN" sz="2400" dirty="0">
              <a:solidFill>
                <a:srgbClr val="002060"/>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IN" dirty="0"/>
          </a:p>
        </p:txBody>
      </p:sp>
      <p:pic>
        <p:nvPicPr>
          <p:cNvPr id="36869" name="Picture 1">
            <a:extLst>
              <a:ext uri="{FF2B5EF4-FFF2-40B4-BE49-F238E27FC236}">
                <a16:creationId xmlns:a16="http://schemas.microsoft.com/office/drawing/2014/main" id="{7529CB41-DA88-EF87-964A-358A6FCB3D6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84887" y="2310524"/>
            <a:ext cx="2914650"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object 5">
            <a:extLst>
              <a:ext uri="{FF2B5EF4-FFF2-40B4-BE49-F238E27FC236}">
                <a16:creationId xmlns:a16="http://schemas.microsoft.com/office/drawing/2014/main" id="{AEB9499D-9E52-43D8-BE8E-1C60C29A1A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833" y="1212111"/>
            <a:ext cx="3421669" cy="4869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ject 2">
            <a:extLst>
              <a:ext uri="{FF2B5EF4-FFF2-40B4-BE49-F238E27FC236}">
                <a16:creationId xmlns:a16="http://schemas.microsoft.com/office/drawing/2014/main" id="{098FB05E-15F5-A9C4-DBF6-E21FBD5209C5}"/>
              </a:ext>
            </a:extLst>
          </p:cNvPr>
          <p:cNvSpPr txBox="1">
            <a:spLocks/>
          </p:cNvSpPr>
          <p:nvPr/>
        </p:nvSpPr>
        <p:spPr>
          <a:xfrm>
            <a:off x="4112568" y="1770030"/>
            <a:ext cx="3888432" cy="3960860"/>
          </a:xfrm>
          <a:prstGeom prst="rect">
            <a:avLst/>
          </a:prstGeom>
        </p:spPr>
        <p:txBody>
          <a:bodyPr vert="horz" wrap="square" lIns="0" tIns="7144"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144" defTabSz="571478">
              <a:lnSpc>
                <a:spcPct val="100000"/>
              </a:lnSpc>
              <a:spcBef>
                <a:spcPts val="56"/>
              </a:spcBef>
            </a:pPr>
            <a:r>
              <a:rPr lang="en-US" sz="2400" b="1" dirty="0">
                <a:solidFill>
                  <a:srgbClr val="E97132"/>
                </a:solidFill>
                <a:latin typeface="Times New Roman" panose="02020603050405020304" pitchFamily="18" charset="0"/>
                <a:cs typeface="Times New Roman" panose="02020603050405020304" pitchFamily="18" charset="0"/>
              </a:rPr>
              <a:t>WHAT IS EDUCATION REVOLUTION?</a:t>
            </a:r>
          </a:p>
          <a:p>
            <a:pPr marL="7144" defTabSz="571478">
              <a:lnSpc>
                <a:spcPct val="100000"/>
              </a:lnSpc>
              <a:spcBef>
                <a:spcPts val="56"/>
              </a:spcBef>
            </a:pPr>
            <a:endParaRPr lang="en-US" sz="1575" b="1" dirty="0">
              <a:solidFill>
                <a:prstClr val="black"/>
              </a:solidFill>
              <a:latin typeface="Times New Roman" panose="02020603050405020304" pitchFamily="18" charset="0"/>
              <a:cs typeface="Times New Roman" panose="02020603050405020304" pitchFamily="18" charset="0"/>
            </a:endParaRPr>
          </a:p>
          <a:p>
            <a:pPr marL="7144" defTabSz="571478">
              <a:lnSpc>
                <a:spcPct val="100000"/>
              </a:lnSpc>
              <a:spcBef>
                <a:spcPts val="56"/>
              </a:spcBef>
            </a:pPr>
            <a:r>
              <a:rPr lang="en-US" sz="1575" b="1" dirty="0">
                <a:solidFill>
                  <a:prstClr val="black"/>
                </a:solidFill>
                <a:latin typeface="Times New Roman" panose="02020603050405020304" pitchFamily="18" charset="0"/>
                <a:cs typeface="Times New Roman" panose="02020603050405020304" pitchFamily="18" charset="0"/>
              </a:rPr>
              <a:t>Edu-Revolution</a:t>
            </a:r>
            <a:r>
              <a:rPr lang="en-US" sz="1575" dirty="0">
                <a:solidFill>
                  <a:prstClr val="black"/>
                </a:solidFill>
                <a:latin typeface="Times New Roman" panose="02020603050405020304" pitchFamily="18" charset="0"/>
                <a:cs typeface="Times New Roman" panose="02020603050405020304" pitchFamily="18" charset="0"/>
              </a:rPr>
              <a:t> at LPU is a transformative academic initiative aimed at creating a </a:t>
            </a:r>
            <a:r>
              <a:rPr lang="en-US" sz="1575" b="1" dirty="0">
                <a:solidFill>
                  <a:srgbClr val="E97132"/>
                </a:solidFill>
                <a:latin typeface="Times New Roman" panose="02020603050405020304" pitchFamily="18" charset="0"/>
                <a:cs typeface="Times New Roman" panose="02020603050405020304" pitchFamily="18" charset="0"/>
              </a:rPr>
              <a:t>flexible, inclusive, and experiential learning environment. </a:t>
            </a:r>
          </a:p>
          <a:p>
            <a:pPr marL="7144" defTabSz="571478">
              <a:lnSpc>
                <a:spcPct val="100000"/>
              </a:lnSpc>
              <a:spcBef>
                <a:spcPts val="56"/>
              </a:spcBef>
            </a:pPr>
            <a:endParaRPr lang="en-US" sz="1575" dirty="0">
              <a:solidFill>
                <a:prstClr val="black"/>
              </a:solidFill>
              <a:latin typeface="Times New Roman" panose="02020603050405020304" pitchFamily="18" charset="0"/>
              <a:cs typeface="Times New Roman" panose="02020603050405020304" pitchFamily="18" charset="0"/>
            </a:endParaRPr>
          </a:p>
          <a:p>
            <a:pPr marL="7144" defTabSz="571478">
              <a:lnSpc>
                <a:spcPct val="100000"/>
              </a:lnSpc>
              <a:spcBef>
                <a:spcPts val="56"/>
              </a:spcBef>
            </a:pPr>
            <a:endParaRPr lang="en-US" sz="1575" b="1" dirty="0">
              <a:solidFill>
                <a:prstClr val="black"/>
              </a:solidFill>
              <a:latin typeface="Times New Roman" panose="02020603050405020304" pitchFamily="18" charset="0"/>
              <a:cs typeface="Times New Roman" panose="02020603050405020304" pitchFamily="18" charset="0"/>
            </a:endParaRPr>
          </a:p>
          <a:p>
            <a:pPr marL="7144" defTabSz="571478">
              <a:lnSpc>
                <a:spcPct val="100000"/>
              </a:lnSpc>
              <a:spcBef>
                <a:spcPts val="56"/>
              </a:spcBef>
            </a:pPr>
            <a:r>
              <a:rPr lang="en-US" sz="1575" b="1" dirty="0">
                <a:solidFill>
                  <a:prstClr val="black"/>
                </a:solidFill>
                <a:latin typeface="Times New Roman" panose="02020603050405020304" pitchFamily="18" charset="0"/>
                <a:cs typeface="Times New Roman" panose="02020603050405020304" pitchFamily="18" charset="0"/>
              </a:rPr>
              <a:t>Promotes student-centric learning </a:t>
            </a:r>
            <a:r>
              <a:rPr lang="en-US" sz="1575" dirty="0">
                <a:solidFill>
                  <a:prstClr val="black"/>
                </a:solidFill>
                <a:latin typeface="Times New Roman" panose="02020603050405020304" pitchFamily="18" charset="0"/>
                <a:cs typeface="Times New Roman" panose="02020603050405020304" pitchFamily="18" charset="0"/>
              </a:rPr>
              <a:t>by integrating </a:t>
            </a:r>
            <a:r>
              <a:rPr lang="en-US" sz="1575" b="1" dirty="0">
                <a:solidFill>
                  <a:srgbClr val="E97132"/>
                </a:solidFill>
                <a:latin typeface="Times New Roman" panose="02020603050405020304" pitchFamily="18" charset="0"/>
                <a:cs typeface="Times New Roman" panose="02020603050405020304" pitchFamily="18" charset="0"/>
              </a:rPr>
              <a:t>real-world experiences, industry engagement, gamified learning practices, entrepreneurial activities, and extracurricular contributions </a:t>
            </a:r>
            <a:r>
              <a:rPr lang="en-US" sz="1575" dirty="0">
                <a:solidFill>
                  <a:prstClr val="black"/>
                </a:solidFill>
                <a:latin typeface="Times New Roman" panose="02020603050405020304" pitchFamily="18" charset="0"/>
                <a:cs typeface="Times New Roman" panose="02020603050405020304" pitchFamily="18" charset="0"/>
              </a:rPr>
              <a:t>into the formal academic framework.</a:t>
            </a:r>
          </a:p>
        </p:txBody>
      </p:sp>
    </p:spTree>
    <p:extLst>
      <p:ext uri="{BB962C8B-B14F-4D97-AF65-F5344CB8AC3E}">
        <p14:creationId xmlns:p14="http://schemas.microsoft.com/office/powerpoint/2010/main" val="21368424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8033"/>
            <a:ext cx="5491639" cy="415498"/>
          </a:xfrm>
        </p:spPr>
        <p:txBody>
          <a:bodyPr/>
          <a:lstStyle/>
          <a:p>
            <a:r>
              <a:rPr lang="en-US" sz="2700" dirty="0">
                <a:latin typeface="Times New Roman" panose="02020603050405020304" pitchFamily="18" charset="0"/>
                <a:cs typeface="Times New Roman" panose="02020603050405020304" pitchFamily="18" charset="0"/>
              </a:rPr>
              <a:t>Why EDU-Revolution!!!</a:t>
            </a:r>
          </a:p>
        </p:txBody>
      </p:sp>
      <p:sp>
        <p:nvSpPr>
          <p:cNvPr id="3" name="Content Placeholder 2"/>
          <p:cNvSpPr>
            <a:spLocks noGrp="1"/>
          </p:cNvSpPr>
          <p:nvPr>
            <p:ph idx="1"/>
          </p:nvPr>
        </p:nvSpPr>
        <p:spPr>
          <a:xfrm>
            <a:off x="957263" y="2010728"/>
            <a:ext cx="7229475" cy="3263741"/>
          </a:xfrm>
        </p:spPr>
        <p:txBody>
          <a:bodyPr>
            <a:normAutofit lnSpcReduction="10000"/>
          </a:bodyPr>
          <a:lstStyle/>
          <a:p>
            <a:pPr marL="367189" lvl="1" indent="-252413">
              <a:lnSpc>
                <a:spcPct val="150000"/>
              </a:lnSpc>
              <a:spcBef>
                <a:spcPts val="0"/>
              </a:spcBef>
            </a:pPr>
            <a:r>
              <a:rPr lang="en-US" altLang="en-US" sz="2100" dirty="0">
                <a:latin typeface="Times New Roman" panose="02020603050405020304" pitchFamily="18" charset="0"/>
                <a:cs typeface="Times New Roman" panose="02020603050405020304" pitchFamily="18" charset="0"/>
              </a:rPr>
              <a:t>Career Readiness</a:t>
            </a:r>
          </a:p>
          <a:p>
            <a:pPr marL="367189" lvl="1" indent="-252413">
              <a:lnSpc>
                <a:spcPct val="150000"/>
              </a:lnSpc>
              <a:spcBef>
                <a:spcPts val="0"/>
              </a:spcBef>
            </a:pPr>
            <a:r>
              <a:rPr lang="en-US" altLang="en-US" sz="2100" dirty="0">
                <a:latin typeface="Times New Roman" panose="02020603050405020304" pitchFamily="18" charset="0"/>
                <a:cs typeface="Times New Roman" panose="02020603050405020304" pitchFamily="18" charset="0"/>
              </a:rPr>
              <a:t>Enhance Real World Skills</a:t>
            </a:r>
          </a:p>
          <a:p>
            <a:pPr marL="367189" lvl="1" indent="-252413">
              <a:lnSpc>
                <a:spcPct val="150000"/>
              </a:lnSpc>
              <a:spcBef>
                <a:spcPts val="0"/>
              </a:spcBef>
            </a:pPr>
            <a:r>
              <a:rPr lang="en-US" altLang="en-US" sz="2100" dirty="0">
                <a:latin typeface="Times New Roman" panose="02020603050405020304" pitchFamily="18" charset="0"/>
                <a:cs typeface="Times New Roman" panose="02020603050405020304" pitchFamily="18" charset="0"/>
              </a:rPr>
              <a:t>Promote Innovation and Creativity</a:t>
            </a:r>
          </a:p>
          <a:p>
            <a:pPr marL="367189" lvl="1" indent="-252413">
              <a:lnSpc>
                <a:spcPct val="150000"/>
              </a:lnSpc>
              <a:spcBef>
                <a:spcPts val="0"/>
              </a:spcBef>
            </a:pPr>
            <a:r>
              <a:rPr lang="en-US" altLang="en-US" sz="2100" dirty="0">
                <a:latin typeface="Times New Roman" panose="02020603050405020304" pitchFamily="18" charset="0"/>
                <a:cs typeface="Times New Roman" panose="02020603050405020304" pitchFamily="18" charset="0"/>
              </a:rPr>
              <a:t>Foster Industry Relations</a:t>
            </a:r>
          </a:p>
          <a:p>
            <a:pPr marL="367189" lvl="1" indent="-252413">
              <a:lnSpc>
                <a:spcPct val="150000"/>
              </a:lnSpc>
              <a:spcBef>
                <a:spcPts val="0"/>
              </a:spcBef>
            </a:pPr>
            <a:r>
              <a:rPr lang="en-US" altLang="en-US" sz="2100" dirty="0">
                <a:latin typeface="Times New Roman" panose="02020603050405020304" pitchFamily="18" charset="0"/>
                <a:cs typeface="Times New Roman" panose="02020603050405020304" pitchFamily="18" charset="0"/>
              </a:rPr>
              <a:t>Develop Entrepreneurial Mindset</a:t>
            </a:r>
          </a:p>
          <a:p>
            <a:pPr marL="367189" lvl="1" indent="-252413">
              <a:lnSpc>
                <a:spcPct val="150000"/>
              </a:lnSpc>
              <a:spcBef>
                <a:spcPts val="0"/>
              </a:spcBef>
            </a:pPr>
            <a:r>
              <a:rPr lang="en-US" altLang="en-US" sz="2100" dirty="0">
                <a:latin typeface="Times New Roman" panose="02020603050405020304" pitchFamily="18" charset="0"/>
                <a:cs typeface="Times New Roman" panose="02020603050405020304" pitchFamily="18" charset="0"/>
              </a:rPr>
              <a:t>Increase Student Engagement and Motivation</a:t>
            </a:r>
          </a:p>
          <a:p>
            <a:pPr marL="367189" lvl="1" indent="-252413">
              <a:lnSpc>
                <a:spcPct val="150000"/>
              </a:lnSpc>
              <a:spcBef>
                <a:spcPts val="0"/>
              </a:spcBef>
            </a:pPr>
            <a:r>
              <a:rPr lang="en-US" altLang="en-US" sz="2100" dirty="0">
                <a:latin typeface="Times New Roman" panose="02020603050405020304" pitchFamily="18" charset="0"/>
                <a:cs typeface="Times New Roman" panose="02020603050405020304" pitchFamily="18" charset="0"/>
              </a:rPr>
              <a:t>Promote Lifelong Learning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43319"/>
            <a:ext cx="7886700" cy="487680"/>
          </a:xfrm>
        </p:spPr>
        <p:txBody>
          <a:bodyPr>
            <a:normAutofit fontScale="90000"/>
          </a:bodyPr>
          <a:lstStyle/>
          <a:p>
            <a:pPr defTabSz="685800" eaLnBrk="0" hangingPunct="0">
              <a:lnSpc>
                <a:spcPct val="150000"/>
              </a:lnSpc>
              <a:spcAft>
                <a:spcPts val="600"/>
              </a:spcAft>
              <a:defRPr/>
            </a:pPr>
            <a:r>
              <a:rPr lang="en-IN" sz="2700" b="1"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Education Revolution: </a:t>
            </a:r>
            <a:r>
              <a:rPr lang="en-IN" sz="2700"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an approach that encourages… </a:t>
            </a:r>
            <a:endParaRPr lang="en-IN" sz="27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2055019"/>
            <a:ext cx="8086249" cy="1994392"/>
          </a:xfrm>
        </p:spPr>
        <p:txBody>
          <a:bodyPr/>
          <a:lstStyle/>
          <a:p>
            <a:pPr>
              <a:lnSpc>
                <a:spcPct val="150000"/>
              </a:lnSpc>
              <a:spcBef>
                <a:spcPts val="0"/>
              </a:spcBef>
              <a:spcAft>
                <a:spcPts val="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Gamified Learning with AI focus - </a:t>
            </a:r>
            <a:r>
              <a:rPr lang="en-IN"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Learning Outside Classroom</a:t>
            </a:r>
          </a:p>
          <a:p>
            <a:pPr>
              <a:lnSpc>
                <a:spcPct val="150000"/>
              </a:lnSpc>
              <a:spcBef>
                <a:spcPts val="0"/>
              </a:spcBef>
              <a:spcAft>
                <a:spcPts val="0"/>
              </a:spcAft>
            </a:pPr>
            <a:r>
              <a:rPr lang="en-IN" dirty="0">
                <a:latin typeface="Times New Roman" panose="02020603050405020304" pitchFamily="18" charset="0"/>
                <a:ea typeface="Times New Roman" panose="02020603050405020304" pitchFamily="18" charset="0"/>
                <a:cs typeface="Times New Roman" panose="02020603050405020304" pitchFamily="18" charset="0"/>
              </a:rPr>
              <a:t>Revenue Generation by Students</a:t>
            </a:r>
          </a:p>
          <a:p>
            <a:pPr>
              <a:lnSpc>
                <a:spcPct val="150000"/>
              </a:lnSpc>
              <a:spcBef>
                <a:spcPts val="0"/>
              </a:spcBef>
              <a:spcAft>
                <a:spcPts val="0"/>
              </a:spcAft>
            </a:pPr>
            <a:r>
              <a:rPr lang="en-IN" dirty="0">
                <a:latin typeface="Times New Roman" panose="02020603050405020304" pitchFamily="18" charset="0"/>
                <a:ea typeface="Times New Roman" panose="02020603050405020304" pitchFamily="18" charset="0"/>
                <a:cs typeface="Times New Roman" panose="02020603050405020304" pitchFamily="18" charset="0"/>
              </a:rPr>
              <a:t>Career </a:t>
            </a:r>
            <a:r>
              <a:rPr lang="en-IN"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(not just degree)</a:t>
            </a:r>
            <a:endParaRPr lang="en-IN"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Bef>
                <a:spcPts val="0"/>
              </a:spcBef>
              <a:spcAft>
                <a:spcPts val="0"/>
              </a:spcAft>
            </a:pPr>
            <a:r>
              <a:rPr lang="en-IN" dirty="0">
                <a:latin typeface="Times New Roman" panose="02020603050405020304" pitchFamily="18" charset="0"/>
                <a:ea typeface="Times New Roman" panose="02020603050405020304" pitchFamily="18" charset="0"/>
                <a:cs typeface="Times New Roman" panose="02020603050405020304" pitchFamily="18" charset="0"/>
              </a:rPr>
              <a:t>Students in Decision Making</a:t>
            </a:r>
          </a:p>
          <a:p>
            <a:endParaRPr lang="en-IN" dirty="0">
              <a:latin typeface="Bahnschrift SemiCondensed" panose="020B0502040204020203" charset="0"/>
              <a:cs typeface="Bahnschrift SemiCondensed" panose="020B0502040204020203"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3298572" y="1963114"/>
            <a:ext cx="2141309" cy="1206806"/>
            <a:chOff x="4206240" y="252837"/>
            <a:chExt cx="2366010" cy="1502416"/>
          </a:xfrm>
        </p:grpSpPr>
        <p:sp>
          <p:nvSpPr>
            <p:cNvPr id="4" name="Rounded Rectangle 3"/>
            <p:cNvSpPr/>
            <p:nvPr/>
          </p:nvSpPr>
          <p:spPr>
            <a:xfrm>
              <a:off x="4206240" y="252837"/>
              <a:ext cx="2366010" cy="1502416"/>
            </a:xfrm>
            <a:prstGeom prst="roundRect">
              <a:avLst>
                <a:gd name="adj" fmla="val 10000"/>
              </a:avLst>
            </a:pr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defTabSz="685800" eaLnBrk="1" fontAlgn="auto" hangingPunct="1">
                <a:spcBef>
                  <a:spcPts val="0"/>
                </a:spcBef>
                <a:spcAft>
                  <a:spcPts val="0"/>
                </a:spcAft>
                <a:defRPr/>
              </a:pPr>
              <a:endParaRPr lang="en-IN" sz="1350">
                <a:solidFill>
                  <a:prstClr val="black">
                    <a:hueOff val="0"/>
                    <a:satOff val="0"/>
                    <a:lumOff val="0"/>
                    <a:alphaOff val="0"/>
                  </a:prstClr>
                </a:solidFill>
                <a:latin typeface="Aptos" panose="02110004020202020204"/>
              </a:endParaRPr>
            </a:p>
          </p:txBody>
        </p:sp>
        <p:sp>
          <p:nvSpPr>
            <p:cNvPr id="5" name="Rounded Rectangle 4"/>
            <p:cNvSpPr txBox="1"/>
            <p:nvPr/>
          </p:nvSpPr>
          <p:spPr>
            <a:xfrm>
              <a:off x="4250244" y="296841"/>
              <a:ext cx="2278002" cy="141440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7150" tIns="57150" rIns="57150" bIns="57150" numCol="1" spcCol="1270" anchor="ctr" anchorCtr="0">
              <a:noAutofit/>
            </a:bodyPr>
            <a:lstStyle/>
            <a:p>
              <a:pPr algn="ctr" defTabSz="666750" eaLnBrk="1" fontAlgn="auto" hangingPunct="1">
                <a:lnSpc>
                  <a:spcPct val="90000"/>
                </a:lnSpc>
                <a:spcAft>
                  <a:spcPct val="35000"/>
                </a:spcAft>
                <a:defRPr/>
              </a:pPr>
              <a:r>
                <a:rPr lang="en-US" b="1" dirty="0">
                  <a:solidFill>
                    <a:prstClr val="black">
                      <a:hueOff val="0"/>
                      <a:satOff val="0"/>
                      <a:lumOff val="0"/>
                      <a:alphaOff val="0"/>
                    </a:prstClr>
                  </a:solidFill>
                  <a:latin typeface="Times New Roman" panose="02020603050405020304" pitchFamily="18" charset="0"/>
                  <a:cs typeface="Times New Roman" panose="02020603050405020304" pitchFamily="18" charset="0"/>
                </a:rPr>
                <a:t>50% Learning outside the classroom        </a:t>
              </a:r>
            </a:p>
          </p:txBody>
        </p:sp>
      </p:grpSp>
      <p:grpSp>
        <p:nvGrpSpPr>
          <p:cNvPr id="6" name="Group 5"/>
          <p:cNvGrpSpPr/>
          <p:nvPr/>
        </p:nvGrpSpPr>
        <p:grpSpPr>
          <a:xfrm>
            <a:off x="1264921" y="2122171"/>
            <a:ext cx="1493414" cy="834545"/>
            <a:chOff x="2760345" y="2443368"/>
            <a:chExt cx="2366010" cy="1502416"/>
          </a:xfrm>
        </p:grpSpPr>
        <p:sp>
          <p:nvSpPr>
            <p:cNvPr id="10" name="Rounded Rectangle 9"/>
            <p:cNvSpPr/>
            <p:nvPr/>
          </p:nvSpPr>
          <p:spPr>
            <a:xfrm>
              <a:off x="2760345" y="2443368"/>
              <a:ext cx="2366010" cy="1502416"/>
            </a:xfrm>
            <a:prstGeom prst="roundRect">
              <a:avLst>
                <a:gd name="adj" fmla="val 10000"/>
              </a:avLst>
            </a:pr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defTabSz="685800" eaLnBrk="1" fontAlgn="auto" hangingPunct="1">
                <a:spcBef>
                  <a:spcPts val="0"/>
                </a:spcBef>
                <a:spcAft>
                  <a:spcPts val="0"/>
                </a:spcAft>
                <a:defRPr/>
              </a:pPr>
              <a:endParaRPr lang="en-IN" sz="1350">
                <a:solidFill>
                  <a:prstClr val="black">
                    <a:hueOff val="0"/>
                    <a:satOff val="0"/>
                    <a:lumOff val="0"/>
                    <a:alphaOff val="0"/>
                  </a:prstClr>
                </a:solidFill>
                <a:latin typeface="Aptos" panose="02110004020202020204"/>
              </a:endParaRPr>
            </a:p>
          </p:txBody>
        </p:sp>
        <p:sp>
          <p:nvSpPr>
            <p:cNvPr id="11" name="Rounded Rectangle 4"/>
            <p:cNvSpPr txBox="1"/>
            <p:nvPr/>
          </p:nvSpPr>
          <p:spPr>
            <a:xfrm>
              <a:off x="2804347" y="2487370"/>
              <a:ext cx="2278002" cy="141440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7150" tIns="57150" rIns="57150" bIns="57150" numCol="1" spcCol="1270" anchor="ctr" anchorCtr="0">
              <a:noAutofit/>
            </a:bodyPr>
            <a:lstStyle/>
            <a:p>
              <a:pPr algn="ctr" defTabSz="666750" eaLnBrk="1" fontAlgn="auto" hangingPunct="1">
                <a:lnSpc>
                  <a:spcPct val="90000"/>
                </a:lnSpc>
                <a:spcAft>
                  <a:spcPct val="35000"/>
                </a:spcAft>
                <a:defRPr/>
              </a:pPr>
              <a:r>
                <a:rPr lang="en-IN" sz="1500" b="1" dirty="0">
                  <a:solidFill>
                    <a:prstClr val="black">
                      <a:hueOff val="0"/>
                      <a:satOff val="0"/>
                      <a:lumOff val="0"/>
                      <a:alphaOff val="0"/>
                    </a:prstClr>
                  </a:solidFill>
                  <a:latin typeface="Times New Roman" panose="02020603050405020304" pitchFamily="18" charset="0"/>
                  <a:cs typeface="Times New Roman" panose="02020603050405020304" pitchFamily="18" charset="0"/>
                </a:rPr>
                <a:t>50% grades outside the classroom</a:t>
              </a:r>
              <a:endParaRPr lang="en-US" sz="1500" b="1" dirty="0">
                <a:solidFill>
                  <a:prstClr val="black">
                    <a:hueOff val="0"/>
                    <a:satOff val="0"/>
                    <a:lumOff val="0"/>
                    <a:alphaOff val="0"/>
                  </a:prstClr>
                </a:solidFill>
                <a:latin typeface="Times New Roman" panose="02020603050405020304" pitchFamily="18" charset="0"/>
                <a:cs typeface="Times New Roman" panose="02020603050405020304" pitchFamily="18" charset="0"/>
              </a:endParaRPr>
            </a:p>
          </p:txBody>
        </p:sp>
      </p:grpSp>
      <p:grpSp>
        <p:nvGrpSpPr>
          <p:cNvPr id="7" name="Group 6"/>
          <p:cNvGrpSpPr/>
          <p:nvPr/>
        </p:nvGrpSpPr>
        <p:grpSpPr>
          <a:xfrm>
            <a:off x="5975893" y="2102965"/>
            <a:ext cx="1523345" cy="834545"/>
            <a:chOff x="5652135" y="2443368"/>
            <a:chExt cx="2322006" cy="1502416"/>
          </a:xfrm>
        </p:grpSpPr>
        <p:sp>
          <p:nvSpPr>
            <p:cNvPr id="8" name="Rounded Rectangle 7"/>
            <p:cNvSpPr/>
            <p:nvPr/>
          </p:nvSpPr>
          <p:spPr>
            <a:xfrm>
              <a:off x="5652135" y="2443368"/>
              <a:ext cx="2322005" cy="1502416"/>
            </a:xfrm>
            <a:prstGeom prst="roundRect">
              <a:avLst>
                <a:gd name="adj" fmla="val 10000"/>
              </a:avLst>
            </a:pr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defTabSz="685800" eaLnBrk="1" fontAlgn="auto" hangingPunct="1">
                <a:spcBef>
                  <a:spcPts val="0"/>
                </a:spcBef>
                <a:spcAft>
                  <a:spcPts val="0"/>
                </a:spcAft>
                <a:defRPr/>
              </a:pPr>
              <a:endParaRPr lang="en-IN" sz="1350">
                <a:solidFill>
                  <a:prstClr val="black">
                    <a:hueOff val="0"/>
                    <a:satOff val="0"/>
                    <a:lumOff val="0"/>
                    <a:alphaOff val="0"/>
                  </a:prstClr>
                </a:solidFill>
                <a:latin typeface="Aptos" panose="02110004020202020204"/>
              </a:endParaRPr>
            </a:p>
          </p:txBody>
        </p:sp>
        <p:sp>
          <p:nvSpPr>
            <p:cNvPr id="9" name="Rounded Rectangle 6"/>
            <p:cNvSpPr txBox="1"/>
            <p:nvPr/>
          </p:nvSpPr>
          <p:spPr>
            <a:xfrm>
              <a:off x="5696139" y="2487371"/>
              <a:ext cx="2278002" cy="141440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7150" tIns="57150" rIns="57150" bIns="57150" numCol="1" spcCol="1270" anchor="ctr" anchorCtr="0">
              <a:noAutofit/>
            </a:bodyPr>
            <a:lstStyle/>
            <a:p>
              <a:pPr algn="ctr" defTabSz="666750" eaLnBrk="1" fontAlgn="auto" hangingPunct="1">
                <a:lnSpc>
                  <a:spcPct val="90000"/>
                </a:lnSpc>
                <a:spcAft>
                  <a:spcPct val="35000"/>
                </a:spcAft>
                <a:defRPr/>
              </a:pPr>
              <a:r>
                <a:rPr lang="en-US" sz="1500" b="1" dirty="0">
                  <a:solidFill>
                    <a:prstClr val="black">
                      <a:hueOff val="0"/>
                      <a:satOff val="0"/>
                      <a:lumOff val="0"/>
                      <a:alphaOff val="0"/>
                    </a:prstClr>
                  </a:solidFill>
                  <a:latin typeface="Times New Roman" panose="02020603050405020304" pitchFamily="18" charset="0"/>
                  <a:cs typeface="Times New Roman" panose="02020603050405020304" pitchFamily="18" charset="0"/>
                </a:rPr>
                <a:t>50% attendance outside the classroom</a:t>
              </a:r>
            </a:p>
          </p:txBody>
        </p:sp>
      </p:grpSp>
      <p:sp>
        <p:nvSpPr>
          <p:cNvPr id="12" name="Left Arrow 11"/>
          <p:cNvSpPr/>
          <p:nvPr/>
        </p:nvSpPr>
        <p:spPr>
          <a:xfrm>
            <a:off x="2781652" y="2389338"/>
            <a:ext cx="466391" cy="31001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Aptos" panose="02110004020202020204"/>
            </a:endParaRPr>
          </a:p>
        </p:txBody>
      </p:sp>
      <p:sp>
        <p:nvSpPr>
          <p:cNvPr id="14" name="Left Arrow 13"/>
          <p:cNvSpPr/>
          <p:nvPr/>
        </p:nvSpPr>
        <p:spPr>
          <a:xfrm rot="10800000">
            <a:off x="5493742" y="2399002"/>
            <a:ext cx="466391" cy="31001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Aptos" panose="02110004020202020204"/>
            </a:endParaRPr>
          </a:p>
        </p:txBody>
      </p:sp>
      <p:sp>
        <p:nvSpPr>
          <p:cNvPr id="55" name="TextBox 54"/>
          <p:cNvSpPr txBox="1"/>
          <p:nvPr/>
        </p:nvSpPr>
        <p:spPr>
          <a:xfrm>
            <a:off x="2106424" y="3686383"/>
            <a:ext cx="4575572" cy="397032"/>
          </a:xfrm>
          <a:prstGeom prst="rect">
            <a:avLst/>
          </a:prstGeom>
          <a:noFill/>
        </p:spPr>
        <p:txBody>
          <a:bodyPr wrap="square">
            <a:spAutoFit/>
          </a:bodyPr>
          <a:lstStyle/>
          <a:p>
            <a:pPr algn="ctr" defTabSz="685800" eaLnBrk="1" fontAlgn="auto" hangingPunct="1">
              <a:lnSpc>
                <a:spcPct val="150000"/>
              </a:lnSpc>
              <a:spcBef>
                <a:spcPts val="0"/>
              </a:spcBef>
              <a:spcAft>
                <a:spcPts val="0"/>
              </a:spcAft>
              <a:defRPr/>
            </a:pPr>
            <a:r>
              <a:rPr lang="en-US" sz="1500" b="1" dirty="0">
                <a:solidFill>
                  <a:prstClr val="black"/>
                </a:solidFill>
                <a:latin typeface="Times New Roman" panose="02020603050405020304" pitchFamily="18" charset="0"/>
                <a:cs typeface="Times New Roman" panose="02020603050405020304" pitchFamily="18" charset="0"/>
              </a:rPr>
              <a:t>Techniques of Learning Outside the Classroom</a:t>
            </a:r>
          </a:p>
        </p:txBody>
      </p:sp>
      <p:sp>
        <p:nvSpPr>
          <p:cNvPr id="56" name="Title 1"/>
          <p:cNvSpPr txBox="1"/>
          <p:nvPr/>
        </p:nvSpPr>
        <p:spPr>
          <a:xfrm>
            <a:off x="877701" y="1090103"/>
            <a:ext cx="6621536" cy="531517"/>
          </a:xfrm>
          <a:prstGeom prst="rect">
            <a:avLst/>
          </a:prstGeom>
          <a:ln>
            <a:solidFill>
              <a:schemeClr val="tx1"/>
            </a:solid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fontAlgn="auto">
              <a:spcAft>
                <a:spcPts val="0"/>
              </a:spcAft>
              <a:defRPr/>
            </a:pPr>
            <a:r>
              <a:rPr lang="en-US" sz="2700" b="1" u="sng" dirty="0">
                <a:solidFill>
                  <a:prstClr val="black"/>
                </a:solidFill>
                <a:latin typeface="Times New Roman" panose="02020603050405020304" pitchFamily="18" charset="0"/>
                <a:cs typeface="Times New Roman" panose="02020603050405020304" pitchFamily="18" charset="0"/>
              </a:rPr>
              <a:t>Pillar I: Gamified Learning with AI focus</a:t>
            </a:r>
            <a:endParaRPr lang="en-IN" sz="2700" b="1" u="sng" dirty="0">
              <a:solidFill>
                <a:prstClr val="black"/>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2461261" y="3276600"/>
            <a:ext cx="3714599" cy="3640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cs typeface="Times New Roman" panose="02020603050405020304" pitchFamily="18" charset="0"/>
              </a:rPr>
              <a:t>Formula: 50-50-50</a:t>
            </a:r>
            <a:endParaRPr lang="en-IN" b="1" i="1" dirty="0">
              <a:solidFill>
                <a:schemeClr val="tx1"/>
              </a:solidFill>
              <a:latin typeface="Times New Roman" panose="02020603050405020304" pitchFamily="18" charset="0"/>
              <a:cs typeface="Times New Roman" panose="02020603050405020304" pitchFamily="18" charset="0"/>
            </a:endParaRPr>
          </a:p>
        </p:txBody>
      </p:sp>
      <p:sp>
        <p:nvSpPr>
          <p:cNvPr id="2" name="Rectangle: Rounded Corners 13"/>
          <p:cNvSpPr/>
          <p:nvPr/>
        </p:nvSpPr>
        <p:spPr>
          <a:xfrm>
            <a:off x="150102" y="4047915"/>
            <a:ext cx="8602979" cy="172974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13" name="Google Shape;122;p14"/>
          <p:cNvSpPr/>
          <p:nvPr/>
        </p:nvSpPr>
        <p:spPr>
          <a:xfrm>
            <a:off x="1997869" y="5078242"/>
            <a:ext cx="1482566" cy="68961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68569" tIns="68569" rIns="68569" bIns="68569" anchor="ctr" anchorCtr="0">
            <a:noAutofit/>
          </a:bodyPr>
          <a:lstStyle/>
          <a:p>
            <a:pPr algn="ctr">
              <a:spcBef>
                <a:spcPts val="0"/>
              </a:spcBef>
              <a:spcAft>
                <a:spcPts val="0"/>
              </a:spcAft>
            </a:pPr>
            <a:endParaRPr lang="en-IN" sz="1200" b="1"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endParaRPr>
          </a:p>
          <a:p>
            <a:pPr algn="ctr">
              <a:spcBef>
                <a:spcPts val="0"/>
              </a:spcBef>
              <a:spcAft>
                <a:spcPts val="0"/>
              </a:spcAft>
            </a:pPr>
            <a:r>
              <a:rPr lang="en-IN" sz="1200" b="1" kern="10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Recruitment</a:t>
            </a:r>
            <a:r>
              <a:rPr lang="en-IN" sz="1200" b="1" kern="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/Competitive/</a:t>
            </a:r>
            <a:r>
              <a:rPr lang="en-IN" sz="1200" b="1" kern="10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 Eligibility</a:t>
            </a:r>
            <a:r>
              <a:rPr lang="en-IN" sz="1200" b="1" kern="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IN" sz="1200" b="1" kern="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Examination</a:t>
            </a:r>
            <a:endParaRPr lang="en-IN" sz="1050" b="1"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spcBef>
                <a:spcPts val="0"/>
              </a:spcBef>
              <a:spcAft>
                <a:spcPts val="0"/>
              </a:spcAft>
            </a:pPr>
            <a:endParaRPr lang="en-IN" sz="1200" b="1" dirty="0"/>
          </a:p>
        </p:txBody>
      </p:sp>
      <p:sp>
        <p:nvSpPr>
          <p:cNvPr id="15" name="Google Shape;123;p14"/>
          <p:cNvSpPr/>
          <p:nvPr/>
        </p:nvSpPr>
        <p:spPr>
          <a:xfrm>
            <a:off x="3750945" y="5078254"/>
            <a:ext cx="1648778" cy="68961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68569" tIns="68569" rIns="68569" bIns="68569" anchor="ctr" anchorCtr="0">
            <a:noAutofit/>
          </a:bodyPr>
          <a:lstStyle/>
          <a:p>
            <a:pPr algn="ctr">
              <a:spcBef>
                <a:spcPts val="0"/>
              </a:spcBef>
              <a:spcAft>
                <a:spcPts val="0"/>
              </a:spcAft>
            </a:pPr>
            <a:r>
              <a:rPr lang="en-IN" sz="1500" b="1" dirty="0"/>
              <a:t>NPTEL/MOOCs</a:t>
            </a:r>
          </a:p>
        </p:txBody>
      </p:sp>
      <p:sp>
        <p:nvSpPr>
          <p:cNvPr id="16" name="Google Shape;124;p14"/>
          <p:cNvSpPr/>
          <p:nvPr/>
        </p:nvSpPr>
        <p:spPr>
          <a:xfrm>
            <a:off x="568166" y="4307193"/>
            <a:ext cx="2105025" cy="68961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68569" tIns="68569" rIns="68569" bIns="68569" anchor="ctr" anchorCtr="0">
            <a:noAutofit/>
          </a:bodyPr>
          <a:lstStyle/>
          <a:p>
            <a:pPr algn="ctr">
              <a:spcBef>
                <a:spcPts val="0"/>
              </a:spcBef>
              <a:spcAft>
                <a:spcPts val="0"/>
              </a:spcAft>
            </a:pPr>
            <a:r>
              <a:rPr lang="en-IN" sz="1500" b="1" dirty="0"/>
              <a:t>Projects</a:t>
            </a:r>
          </a:p>
        </p:txBody>
      </p:sp>
      <p:sp>
        <p:nvSpPr>
          <p:cNvPr id="17" name="Google Shape;125;p14"/>
          <p:cNvSpPr/>
          <p:nvPr/>
        </p:nvSpPr>
        <p:spPr>
          <a:xfrm>
            <a:off x="5476500" y="5078272"/>
            <a:ext cx="1401750" cy="689625"/>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68569" tIns="68569" rIns="68569" bIns="68569" anchor="ctr" anchorCtr="0">
            <a:noAutofit/>
          </a:bodyPr>
          <a:lstStyle/>
          <a:p>
            <a:pPr algn="ctr">
              <a:spcBef>
                <a:spcPts val="0"/>
              </a:spcBef>
              <a:spcAft>
                <a:spcPts val="0"/>
              </a:spcAft>
            </a:pPr>
            <a:r>
              <a:rPr lang="en-IN" sz="1200" b="1" dirty="0"/>
              <a:t>Community Service</a:t>
            </a:r>
          </a:p>
        </p:txBody>
      </p:sp>
      <p:sp>
        <p:nvSpPr>
          <p:cNvPr id="19" name="Google Shape;127;p14"/>
          <p:cNvSpPr/>
          <p:nvPr/>
        </p:nvSpPr>
        <p:spPr>
          <a:xfrm>
            <a:off x="2968466" y="4307193"/>
            <a:ext cx="1910715" cy="68961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68569" tIns="68569" rIns="68569" bIns="68569" anchor="ctr" anchorCtr="0">
            <a:noAutofit/>
          </a:bodyPr>
          <a:lstStyle/>
          <a:p>
            <a:pPr algn="ctr">
              <a:spcBef>
                <a:spcPts val="0"/>
              </a:spcBef>
              <a:spcAft>
                <a:spcPts val="0"/>
              </a:spcAft>
            </a:pPr>
            <a:r>
              <a:rPr lang="en-US" sz="1200" b="1" dirty="0">
                <a:latin typeface="Times New Roman" panose="02020603050405020304" pitchFamily="18" charset="0"/>
                <a:cs typeface="Times New Roman" panose="02020603050405020304" pitchFamily="18" charset="0"/>
              </a:rPr>
              <a:t>Technical Competitions &amp; Hackathons</a:t>
            </a:r>
          </a:p>
        </p:txBody>
      </p:sp>
      <p:sp>
        <p:nvSpPr>
          <p:cNvPr id="20" name="Google Shape;128;p14"/>
          <p:cNvSpPr/>
          <p:nvPr/>
        </p:nvSpPr>
        <p:spPr>
          <a:xfrm>
            <a:off x="5070158" y="4307193"/>
            <a:ext cx="1807845" cy="68961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68569" tIns="68569" rIns="68569" bIns="68569" anchor="ctr" anchorCtr="0">
            <a:noAutofit/>
          </a:bodyPr>
          <a:lstStyle/>
          <a:p>
            <a:pPr algn="ctr">
              <a:spcBef>
                <a:spcPts val="0"/>
              </a:spcBef>
              <a:spcAft>
                <a:spcPts val="0"/>
              </a:spcAft>
            </a:pPr>
            <a:r>
              <a:rPr lang="en-IN" sz="1200" b="1" dirty="0"/>
              <a:t>Social Media Presence</a:t>
            </a:r>
          </a:p>
        </p:txBody>
      </p:sp>
      <p:sp>
        <p:nvSpPr>
          <p:cNvPr id="21" name="Google Shape;129;p14"/>
          <p:cNvSpPr/>
          <p:nvPr/>
        </p:nvSpPr>
        <p:spPr>
          <a:xfrm>
            <a:off x="325837" y="5075936"/>
            <a:ext cx="1537271" cy="689625"/>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68569" tIns="68569" rIns="68569" bIns="68569" anchor="ctr" anchorCtr="0">
            <a:noAutofit/>
          </a:bodyPr>
          <a:lstStyle/>
          <a:p>
            <a:pPr algn="ctr">
              <a:spcBef>
                <a:spcPts val="0"/>
              </a:spcBef>
              <a:spcAft>
                <a:spcPts val="0"/>
              </a:spcAft>
            </a:pPr>
            <a:r>
              <a:rPr lang="en-IN" sz="1500" b="1" dirty="0"/>
              <a:t>Paid Internship</a:t>
            </a:r>
          </a:p>
        </p:txBody>
      </p:sp>
      <p:sp>
        <p:nvSpPr>
          <p:cNvPr id="22" name="Google Shape;130;p14"/>
          <p:cNvSpPr/>
          <p:nvPr/>
        </p:nvSpPr>
        <p:spPr>
          <a:xfrm>
            <a:off x="7068503" y="5075861"/>
            <a:ext cx="1500664" cy="68961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68569" tIns="68569" rIns="68569" bIns="68569" anchor="ctr" anchorCtr="0">
            <a:noAutofit/>
          </a:bodyPr>
          <a:lstStyle/>
          <a:p>
            <a:pPr algn="ctr">
              <a:spcBef>
                <a:spcPts val="0"/>
              </a:spcBef>
              <a:spcAft>
                <a:spcPts val="0"/>
              </a:spcAft>
            </a:pPr>
            <a:r>
              <a:rPr lang="en-IN" sz="1200" b="1"/>
              <a:t>Publications/Patents/ Copyrights</a:t>
            </a:r>
          </a:p>
        </p:txBody>
      </p:sp>
      <p:sp>
        <p:nvSpPr>
          <p:cNvPr id="23" name="Google Shape;131;p14"/>
          <p:cNvSpPr/>
          <p:nvPr/>
        </p:nvSpPr>
        <p:spPr>
          <a:xfrm>
            <a:off x="7047548" y="4307193"/>
            <a:ext cx="1522571" cy="68961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68569" tIns="68569" rIns="68569" bIns="68569" anchor="ctr" anchorCtr="0">
            <a:noAutofit/>
          </a:bodyPr>
          <a:lstStyle/>
          <a:p>
            <a:pPr algn="ctr">
              <a:spcBef>
                <a:spcPts val="0"/>
              </a:spcBef>
              <a:spcAft>
                <a:spcPts val="0"/>
              </a:spcAft>
            </a:pPr>
            <a:r>
              <a:rPr lang="en-IN" sz="1200" b="1"/>
              <a:t>Recognition of Prior Learning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4" grpId="0" bldLvl="0" animBg="1"/>
      <p:bldP spid="55" grpId="0"/>
      <p:bldP spid="18" grpId="0" animBg="1"/>
      <p:bldP spid="2" grpId="0" animBg="1"/>
      <p:bldP spid="13" grpId="0" animBg="1"/>
      <p:bldP spid="15" grpId="0" bldLvl="0" animBg="1"/>
      <p:bldP spid="16" grpId="0" bldLvl="0" animBg="1"/>
      <p:bldP spid="17" grpId="0" animBg="1"/>
      <p:bldP spid="19" grpId="0" animBg="1"/>
      <p:bldP spid="20" grpId="0" animBg="1"/>
      <p:bldP spid="21" grpId="0" animBg="1"/>
      <p:bldP spid="22" grpId="0" animBg="1"/>
      <p:bldP spid="2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4013" y="720659"/>
            <a:ext cx="6071235" cy="647224"/>
          </a:xfrm>
        </p:spPr>
        <p:txBody>
          <a:bodyPr>
            <a:normAutofit fontScale="90000"/>
          </a:bodyPr>
          <a:lstStyle/>
          <a:p>
            <a:pPr algn="ct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Gamified Learning: Benefits</a:t>
            </a:r>
            <a:br>
              <a:rPr lang="en-IN" sz="2400" b="1" dirty="0">
                <a:solidFill>
                  <a:prstClr val="black"/>
                </a:solidFill>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2106931"/>
            <a:ext cx="7886700" cy="1274195"/>
          </a:xfrm>
        </p:spPr>
        <p:txBody>
          <a:bodyPr/>
          <a:lstStyle/>
          <a:p>
            <a:endParaRPr lang="en-US" dirty="0">
              <a:latin typeface="Bahnschrift SemiBold" panose="020B0502040204020203" pitchFamily="34" charset="0"/>
            </a:endParaRPr>
          </a:p>
          <a:p>
            <a:endParaRPr lang="en-US" dirty="0">
              <a:latin typeface="Bahnschrift SemiBold" panose="020B0502040204020203" pitchFamily="34" charset="0"/>
            </a:endParaRPr>
          </a:p>
          <a:p>
            <a:endParaRPr lang="en-US" dirty="0">
              <a:latin typeface="Bahnschrift SemiBold" panose="020B0502040204020203" pitchFamily="34" charset="0"/>
            </a:endParaRPr>
          </a:p>
          <a:p>
            <a:endParaRPr lang="en-US" dirty="0">
              <a:latin typeface="Bahnschrift SemiBold" panose="020B0502040204020203" pitchFamily="34" charset="0"/>
            </a:endParaRPr>
          </a:p>
        </p:txBody>
      </p:sp>
      <p:graphicFrame>
        <p:nvGraphicFramePr>
          <p:cNvPr id="5" name="Content Placeholder 2"/>
          <p:cNvGraphicFramePr>
            <a:graphicFrameLocks noGrp="1"/>
          </p:cNvGraphicFramePr>
          <p:nvPr/>
        </p:nvGraphicFramePr>
        <p:xfrm>
          <a:off x="634368" y="2226613"/>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948712"/>
            <a:ext cx="7886700" cy="411069"/>
          </a:xfrm>
        </p:spPr>
        <p:txBody>
          <a:bodyPr>
            <a:normAutofit fontScale="90000"/>
          </a:bodyPr>
          <a:lstStyle/>
          <a:p>
            <a:pPr algn="ctr"/>
            <a:r>
              <a:rPr lang="en-US" sz="3000" b="1" u="sng" dirty="0">
                <a:latin typeface="Times New Roman" panose="02020603050405020304" pitchFamily="18" charset="0"/>
                <a:cs typeface="Times New Roman" panose="02020603050405020304" pitchFamily="18" charset="0"/>
              </a:rPr>
              <a:t>Pillar II: Revenue Generation</a:t>
            </a:r>
            <a:endParaRPr lang="en-IN" sz="3000"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8347" y="2680097"/>
            <a:ext cx="6057900" cy="609398"/>
          </a:xfrm>
        </p:spPr>
        <p:txBody>
          <a:bodyPr/>
          <a:lstStyle/>
          <a:p>
            <a:pPr algn="just"/>
            <a:endParaRPr lang="en-US" dirty="0"/>
          </a:p>
          <a:p>
            <a:pPr algn="just"/>
            <a:r>
              <a:rPr lang="en-US" dirty="0"/>
              <a:t> </a:t>
            </a:r>
            <a:endParaRPr lang="en-IN" dirty="0"/>
          </a:p>
        </p:txBody>
      </p:sp>
      <p:sp>
        <p:nvSpPr>
          <p:cNvPr id="5" name="TextBox 4"/>
          <p:cNvSpPr txBox="1"/>
          <p:nvPr/>
        </p:nvSpPr>
        <p:spPr>
          <a:xfrm>
            <a:off x="320041" y="1743551"/>
            <a:ext cx="5086350" cy="3370898"/>
          </a:xfrm>
          <a:prstGeom prst="rect">
            <a:avLst/>
          </a:prstGeom>
          <a:noFill/>
        </p:spPr>
        <p:txBody>
          <a:bodyPr wrap="square" rtlCol="0">
            <a:noAutofit/>
          </a:bodyPr>
          <a:lstStyle/>
          <a:p>
            <a:pPr defTabSz="600075">
              <a:lnSpc>
                <a:spcPct val="150000"/>
              </a:lnSpc>
              <a:spcAft>
                <a:spcPts val="0"/>
              </a:spcAft>
              <a:defRPr/>
            </a:pPr>
            <a:r>
              <a:rPr lang="en-IN"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Where would Revenue Generation come from?</a:t>
            </a:r>
            <a:endParaRPr lang="en-IN"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marL="214313" indent="-214313" defTabSz="600075">
              <a:lnSpc>
                <a:spcPct val="150000"/>
              </a:lnSpc>
              <a:spcAft>
                <a:spcPts val="0"/>
              </a:spcAft>
              <a:buFont typeface="Wingdings" panose="05000000000000000000" pitchFamily="2" charset="2"/>
              <a:buChar char="ü"/>
              <a:defRPr/>
            </a:pPr>
            <a:r>
              <a:rPr lang="en-IN" kern="100" dirty="0">
                <a:latin typeface="Times New Roman" panose="02020603050405020304" pitchFamily="18" charset="0"/>
                <a:ea typeface="Calibri" panose="020F0502020204030204" pitchFamily="34" charset="0"/>
                <a:cs typeface="Times New Roman" panose="02020603050405020304" pitchFamily="18" charset="0"/>
              </a:rPr>
              <a:t>Industry/field consultancy projects</a:t>
            </a:r>
          </a:p>
          <a:p>
            <a:pPr marL="214313" indent="-214313" defTabSz="600075">
              <a:lnSpc>
                <a:spcPct val="150000"/>
              </a:lnSpc>
              <a:spcAft>
                <a:spcPts val="0"/>
              </a:spcAft>
              <a:buFont typeface="Wingdings" panose="05000000000000000000" pitchFamily="2" charset="2"/>
              <a:buChar char="ü"/>
              <a:defRPr/>
            </a:pPr>
            <a:r>
              <a:rPr lang="en-IN" kern="100" dirty="0">
                <a:latin typeface="Times New Roman" panose="02020603050405020304" pitchFamily="18" charset="0"/>
                <a:ea typeface="Calibri" panose="020F0502020204030204" pitchFamily="34" charset="0"/>
                <a:cs typeface="Times New Roman" panose="02020603050405020304" pitchFamily="18" charset="0"/>
              </a:rPr>
              <a:t>Freelancing activities</a:t>
            </a:r>
          </a:p>
          <a:p>
            <a:pPr marL="214313" indent="-214313" defTabSz="600075">
              <a:lnSpc>
                <a:spcPct val="150000"/>
              </a:lnSpc>
              <a:spcAft>
                <a:spcPts val="0"/>
              </a:spcAft>
              <a:buFont typeface="Wingdings" panose="05000000000000000000" pitchFamily="2" charset="2"/>
              <a:buChar char="ü"/>
              <a:defRPr/>
            </a:pPr>
            <a:r>
              <a:rPr lang="en-IN" kern="100" dirty="0">
                <a:latin typeface="Times New Roman" panose="02020603050405020304" pitchFamily="18" charset="0"/>
                <a:ea typeface="Calibri" panose="020F0502020204030204" pitchFamily="34" charset="0"/>
                <a:cs typeface="Times New Roman" panose="02020603050405020304" pitchFamily="18" charset="0"/>
              </a:rPr>
              <a:t>Paid internships</a:t>
            </a:r>
          </a:p>
          <a:p>
            <a:pPr marL="214313" indent="-214313" defTabSz="600075">
              <a:lnSpc>
                <a:spcPct val="150000"/>
              </a:lnSpc>
              <a:spcAft>
                <a:spcPts val="0"/>
              </a:spcAft>
              <a:buFont typeface="Wingdings" panose="05000000000000000000" pitchFamily="2" charset="2"/>
              <a:buChar char="ü"/>
              <a:defRPr/>
            </a:pPr>
            <a:r>
              <a:rPr lang="en-IN" kern="100" dirty="0">
                <a:latin typeface="Times New Roman" panose="02020603050405020304" pitchFamily="18" charset="0"/>
                <a:ea typeface="Calibri" panose="020F0502020204030204" pitchFamily="34" charset="0"/>
                <a:cs typeface="Times New Roman" panose="02020603050405020304" pitchFamily="18" charset="0"/>
              </a:rPr>
              <a:t>Establishing start- ups and entrepreneurial venture</a:t>
            </a:r>
            <a:endParaRPr lang="en-IN" b="1" kern="100" dirty="0">
              <a:latin typeface="Times New Roman" panose="02020603050405020304" pitchFamily="18" charset="0"/>
              <a:ea typeface="Calibri" panose="020F0502020204030204" pitchFamily="34" charset="0"/>
              <a:cs typeface="Times New Roman" panose="02020603050405020304" pitchFamily="18" charset="0"/>
            </a:endParaRPr>
          </a:p>
          <a:p>
            <a:pPr defTabSz="600075">
              <a:lnSpc>
                <a:spcPct val="150000"/>
              </a:lnSpc>
              <a:spcAft>
                <a:spcPts val="0"/>
              </a:spcAft>
              <a:defRPr/>
            </a:pPr>
            <a:r>
              <a:rPr lang="en-IN"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Through University support:</a:t>
            </a:r>
          </a:p>
          <a:p>
            <a:pPr marL="461486" lvl="1" indent="-385286" defTabSz="600075">
              <a:lnSpc>
                <a:spcPct val="150000"/>
              </a:lnSpc>
              <a:spcAft>
                <a:spcPts val="0"/>
              </a:spcAft>
              <a:buFont typeface="+mj-lt"/>
              <a:buAutoNum type="romanLcPeriod"/>
              <a:defRPr/>
            </a:pPr>
            <a:r>
              <a:rPr lang="en-IN" kern="100" dirty="0">
                <a:latin typeface="Times New Roman" panose="02020603050405020304" pitchFamily="18" charset="0"/>
                <a:ea typeface="Calibri" panose="020F0502020204030204" pitchFamily="34" charset="0"/>
                <a:cs typeface="Times New Roman" panose="02020603050405020304" pitchFamily="18" charset="0"/>
              </a:rPr>
              <a:t>Earn while Learn opportunities </a:t>
            </a:r>
          </a:p>
          <a:p>
            <a:pPr marL="485299" lvl="1" indent="-385286" defTabSz="600075">
              <a:lnSpc>
                <a:spcPct val="150000"/>
              </a:lnSpc>
              <a:spcAft>
                <a:spcPts val="0"/>
              </a:spcAft>
              <a:buFont typeface="+mj-lt"/>
              <a:buAutoNum type="romanLcPeriod"/>
              <a:defRPr/>
            </a:pPr>
            <a:r>
              <a:rPr lang="en-IN" kern="100" dirty="0">
                <a:latin typeface="Times New Roman" panose="02020603050405020304" pitchFamily="18" charset="0"/>
                <a:ea typeface="Calibri" panose="020F0502020204030204" pitchFamily="34" charset="0"/>
                <a:cs typeface="Times New Roman" panose="02020603050405020304" pitchFamily="18" charset="0"/>
              </a:rPr>
              <a:t>Incentives for</a:t>
            </a:r>
            <a:r>
              <a:rPr lang="en-US" altLang="en-IN" kern="100" dirty="0">
                <a:latin typeface="Times New Roman" panose="02020603050405020304" pitchFamily="18" charset="0"/>
                <a:ea typeface="Calibri" panose="020F0502020204030204" pitchFamily="34" charset="0"/>
                <a:cs typeface="Times New Roman" panose="02020603050405020304" pitchFamily="18" charset="0"/>
              </a:rPr>
              <a:t> </a:t>
            </a:r>
            <a:r>
              <a:rPr lang="en-IN" kern="100" dirty="0">
                <a:latin typeface="Times New Roman" panose="02020603050405020304" pitchFamily="18" charset="0"/>
                <a:ea typeface="Calibri" panose="020F0502020204030204" pitchFamily="34" charset="0"/>
                <a:cs typeface="Times New Roman" panose="02020603050405020304" pitchFamily="18" charset="0"/>
              </a:rPr>
              <a:t>Publication/Patent/Copyrigh</a:t>
            </a:r>
            <a:r>
              <a:rPr lang="en-US" altLang="en-IN" kern="100" dirty="0">
                <a:latin typeface="Bahnschrift" panose="020B0502040204020203" pitchFamily="34" charset="0"/>
                <a:ea typeface="Calibri" panose="020F0502020204030204" pitchFamily="34" charset="0"/>
                <a:cs typeface="Bahnschrift SemiCondensed" panose="020B0502040204020203" charset="0"/>
              </a:rPr>
              <a:t>t</a:t>
            </a:r>
            <a:endParaRPr lang="en-IN" kern="100" dirty="0">
              <a:latin typeface="Bahnschrift" panose="020B0502040204020203" pitchFamily="34" charset="0"/>
              <a:ea typeface="Calibri" panose="020F0502020204030204" pitchFamily="34" charset="0"/>
              <a:cs typeface="Times New Roman" panose="02020603050405020304" pitchFamily="18" charset="0"/>
            </a:endParaRPr>
          </a:p>
          <a:p>
            <a:pPr marL="214313" indent="-214313" defTabSz="600075">
              <a:lnSpc>
                <a:spcPct val="150000"/>
              </a:lnSpc>
              <a:spcAft>
                <a:spcPts val="0"/>
              </a:spcAft>
              <a:buFont typeface="Wingdings" panose="05000000000000000000" pitchFamily="2" charset="2"/>
              <a:buChar char="ü"/>
              <a:defRPr/>
            </a:pPr>
            <a:endParaRPr lang="en-IN" kern="100" dirty="0">
              <a:latin typeface="Bahnschrift" panose="020B0502040204020203" pitchFamily="34" charset="0"/>
              <a:ea typeface="Calibri" panose="020F0502020204030204" pitchFamily="34" charset="0"/>
              <a:cs typeface="Times New Roman" panose="02020603050405020304" pitchFamily="18" charset="0"/>
            </a:endParaRPr>
          </a:p>
          <a:p>
            <a:pPr marL="214313" indent="-214313" defTabSz="600075">
              <a:lnSpc>
                <a:spcPct val="90000"/>
              </a:lnSpc>
              <a:spcAft>
                <a:spcPct val="35000"/>
              </a:spcAft>
              <a:buFont typeface="Arial" panose="020B0604020202020204" pitchFamily="34" charset="0"/>
              <a:buChar char="•"/>
              <a:defRPr/>
            </a:pPr>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Rectangle: Rounded Corners 7"/>
          <p:cNvSpPr/>
          <p:nvPr/>
        </p:nvSpPr>
        <p:spPr>
          <a:xfrm>
            <a:off x="5715000" y="2033588"/>
            <a:ext cx="2834640" cy="279082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dirty="0">
                <a:solidFill>
                  <a:schemeClr val="tx1"/>
                </a:solidFill>
                <a:latin typeface="Times New Roman" panose="02020603050405020304" pitchFamily="18" charset="0"/>
                <a:cs typeface="Times New Roman" panose="02020603050405020304" pitchFamily="18" charset="0"/>
              </a:rPr>
              <a:t>You should be able to generate </a:t>
            </a:r>
            <a:r>
              <a:rPr lang="en-US" b="1" dirty="0">
                <a:solidFill>
                  <a:schemeClr val="tx1"/>
                </a:solidFill>
                <a:latin typeface="Times New Roman" panose="02020603050405020304" pitchFamily="18" charset="0"/>
                <a:cs typeface="Times New Roman" panose="02020603050405020304" pitchFamily="18" charset="0"/>
              </a:rPr>
              <a:t>at least 50 % age </a:t>
            </a:r>
            <a:r>
              <a:rPr lang="en-US" dirty="0">
                <a:solidFill>
                  <a:schemeClr val="tx1"/>
                </a:solidFill>
                <a:latin typeface="Times New Roman" panose="02020603050405020304" pitchFamily="18" charset="0"/>
                <a:cs typeface="Times New Roman" panose="02020603050405020304" pitchFamily="18" charset="0"/>
              </a:rPr>
              <a:t>of your semester fee every semester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3400799" y="1926609"/>
            <a:ext cx="2110461" cy="1027911"/>
            <a:chOff x="4206240" y="252837"/>
            <a:chExt cx="2366010" cy="1535445"/>
          </a:xfrm>
        </p:grpSpPr>
        <p:sp>
          <p:nvSpPr>
            <p:cNvPr id="4" name="Rounded Rectangle 3"/>
            <p:cNvSpPr/>
            <p:nvPr/>
          </p:nvSpPr>
          <p:spPr>
            <a:xfrm>
              <a:off x="4206240" y="252837"/>
              <a:ext cx="2366010" cy="1502416"/>
            </a:xfrm>
            <a:prstGeom prst="roundRect">
              <a:avLst>
                <a:gd name="adj" fmla="val 10000"/>
              </a:avLst>
            </a:pr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defTabSz="685800" eaLnBrk="1" fontAlgn="auto" hangingPunct="1">
                <a:spcBef>
                  <a:spcPts val="0"/>
                </a:spcBef>
                <a:spcAft>
                  <a:spcPts val="0"/>
                </a:spcAft>
                <a:defRPr/>
              </a:pPr>
              <a:endParaRPr lang="en-IN">
                <a:solidFill>
                  <a:prstClr val="black">
                    <a:hueOff val="0"/>
                    <a:satOff val="0"/>
                    <a:lumOff val="0"/>
                    <a:alphaOff val="0"/>
                  </a:prstClr>
                </a:solidFill>
                <a:latin typeface="Bahnschrift" panose="020B0502040204020203" pitchFamily="34" charset="0"/>
              </a:endParaRPr>
            </a:p>
          </p:txBody>
        </p:sp>
        <p:sp>
          <p:nvSpPr>
            <p:cNvPr id="5" name="Rounded Rectangle 4"/>
            <p:cNvSpPr txBox="1"/>
            <p:nvPr/>
          </p:nvSpPr>
          <p:spPr>
            <a:xfrm>
              <a:off x="4250244" y="405762"/>
              <a:ext cx="2278002" cy="138252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7150" tIns="57150" rIns="57150" bIns="57150" numCol="1" spcCol="1270" anchor="ctr" anchorCtr="0">
              <a:noAutofit/>
            </a:bodyPr>
            <a:lstStyle/>
            <a:p>
              <a:pPr algn="ctr"/>
              <a:r>
                <a:rPr lang="en-IN" b="1" dirty="0">
                  <a:latin typeface="Times New Roman" panose="02020603050405020304" pitchFamily="18" charset="0"/>
                  <a:cs typeface="Times New Roman" panose="02020603050405020304" pitchFamily="18" charset="0"/>
                </a:rPr>
                <a:t>Student Centric Revenue Generation</a:t>
              </a:r>
            </a:p>
          </p:txBody>
        </p:sp>
      </p:grpSp>
      <p:grpSp>
        <p:nvGrpSpPr>
          <p:cNvPr id="6" name="Group 5"/>
          <p:cNvGrpSpPr/>
          <p:nvPr/>
        </p:nvGrpSpPr>
        <p:grpSpPr>
          <a:xfrm>
            <a:off x="556260" y="1987176"/>
            <a:ext cx="2183579" cy="1308916"/>
            <a:chOff x="2699097" y="2443368"/>
            <a:chExt cx="2427258" cy="1552272"/>
          </a:xfrm>
        </p:grpSpPr>
        <p:sp>
          <p:nvSpPr>
            <p:cNvPr id="10" name="Rounded Rectangle 9"/>
            <p:cNvSpPr/>
            <p:nvPr/>
          </p:nvSpPr>
          <p:spPr>
            <a:xfrm>
              <a:off x="2760345" y="2443368"/>
              <a:ext cx="2366010" cy="1502416"/>
            </a:xfrm>
            <a:prstGeom prst="roundRect">
              <a:avLst>
                <a:gd name="adj" fmla="val 10000"/>
              </a:avLst>
            </a:pr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defTabSz="685800" eaLnBrk="1" fontAlgn="auto" hangingPunct="1">
                <a:spcBef>
                  <a:spcPts val="0"/>
                </a:spcBef>
                <a:spcAft>
                  <a:spcPts val="0"/>
                </a:spcAft>
                <a:defRPr/>
              </a:pPr>
              <a:endParaRPr lang="en-IN">
                <a:solidFill>
                  <a:prstClr val="black">
                    <a:hueOff val="0"/>
                    <a:satOff val="0"/>
                    <a:lumOff val="0"/>
                    <a:alphaOff val="0"/>
                  </a:prstClr>
                </a:solidFill>
                <a:latin typeface="Bahnschrift" panose="020B0502040204020203" pitchFamily="34" charset="0"/>
              </a:endParaRPr>
            </a:p>
          </p:txBody>
        </p:sp>
        <p:sp>
          <p:nvSpPr>
            <p:cNvPr id="11" name="Rounded Rectangle 4"/>
            <p:cNvSpPr txBox="1"/>
            <p:nvPr/>
          </p:nvSpPr>
          <p:spPr>
            <a:xfrm>
              <a:off x="2699097" y="2462149"/>
              <a:ext cx="2383251" cy="153349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7150" tIns="57150" rIns="57150" bIns="57150" numCol="1" spcCol="1270" anchor="ctr" anchorCtr="0">
              <a:noAutofit/>
            </a:bodyPr>
            <a:lstStyle/>
            <a:p>
              <a:pPr algn="ctr" defTabSz="666750" eaLnBrk="1" fontAlgn="auto" hangingPunct="1">
                <a:lnSpc>
                  <a:spcPct val="90000"/>
                </a:lnSpc>
                <a:spcAft>
                  <a:spcPct val="35000"/>
                </a:spcAft>
                <a:defRPr/>
              </a:pPr>
              <a:r>
                <a:rPr lang="en-US" b="1" dirty="0">
                  <a:solidFill>
                    <a:prstClr val="black">
                      <a:hueOff val="0"/>
                      <a:satOff val="0"/>
                      <a:lumOff val="0"/>
                      <a:alphaOff val="0"/>
                    </a:prstClr>
                  </a:solidFill>
                  <a:latin typeface="Times New Roman" panose="02020603050405020304" pitchFamily="18" charset="0"/>
                  <a:cs typeface="Times New Roman" panose="02020603050405020304" pitchFamily="18" charset="0"/>
                </a:rPr>
                <a:t>Course Exemption/G</a:t>
              </a:r>
              <a:r>
                <a:rPr lang="en-US" b="1" dirty="0" err="1">
                  <a:solidFill>
                    <a:prstClr val="black">
                      <a:hueOff val="0"/>
                      <a:satOff val="0"/>
                      <a:lumOff val="0"/>
                      <a:alphaOff val="0"/>
                    </a:prstClr>
                  </a:solidFill>
                  <a:latin typeface="Times New Roman" panose="02020603050405020304" pitchFamily="18" charset="0"/>
                  <a:cs typeface="Times New Roman" panose="02020603050405020304" pitchFamily="18" charset="0"/>
                </a:rPr>
                <a:t>rade</a:t>
              </a:r>
              <a:r>
                <a:rPr lang="en-US" b="1" dirty="0">
                  <a:solidFill>
                    <a:prstClr val="black">
                      <a:hueOff val="0"/>
                      <a:satOff val="0"/>
                      <a:lumOff val="0"/>
                      <a:alphaOff val="0"/>
                    </a:prstClr>
                  </a:solidFill>
                  <a:latin typeface="Times New Roman" panose="02020603050405020304" pitchFamily="18" charset="0"/>
                  <a:cs typeface="Times New Roman" panose="02020603050405020304" pitchFamily="18" charset="0"/>
                </a:rPr>
                <a:t> upgradation</a:t>
              </a:r>
            </a:p>
          </p:txBody>
        </p:sp>
      </p:grpSp>
      <p:grpSp>
        <p:nvGrpSpPr>
          <p:cNvPr id="7" name="Group 6"/>
          <p:cNvGrpSpPr/>
          <p:nvPr/>
        </p:nvGrpSpPr>
        <p:grpSpPr>
          <a:xfrm>
            <a:off x="6093385" y="1981942"/>
            <a:ext cx="1657313" cy="875273"/>
            <a:chOff x="5652135" y="2443368"/>
            <a:chExt cx="2500342" cy="1502416"/>
          </a:xfrm>
        </p:grpSpPr>
        <p:sp>
          <p:nvSpPr>
            <p:cNvPr id="8" name="Rounded Rectangle 7"/>
            <p:cNvSpPr/>
            <p:nvPr/>
          </p:nvSpPr>
          <p:spPr>
            <a:xfrm>
              <a:off x="5652135" y="2443368"/>
              <a:ext cx="2322005" cy="1502416"/>
            </a:xfrm>
            <a:prstGeom prst="roundRect">
              <a:avLst>
                <a:gd name="adj" fmla="val 10000"/>
              </a:avLst>
            </a:pr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defTabSz="685800" eaLnBrk="1" fontAlgn="auto" hangingPunct="1">
                <a:spcBef>
                  <a:spcPts val="0"/>
                </a:spcBef>
                <a:spcAft>
                  <a:spcPts val="0"/>
                </a:spcAft>
                <a:defRPr/>
              </a:pPr>
              <a:endParaRPr lang="en-IN">
                <a:solidFill>
                  <a:prstClr val="black">
                    <a:hueOff val="0"/>
                    <a:satOff val="0"/>
                    <a:lumOff val="0"/>
                    <a:alphaOff val="0"/>
                  </a:prstClr>
                </a:solidFill>
                <a:latin typeface="Bahnschrift" panose="020B0502040204020203" pitchFamily="34" charset="0"/>
              </a:endParaRPr>
            </a:p>
          </p:txBody>
        </p:sp>
        <p:sp>
          <p:nvSpPr>
            <p:cNvPr id="9" name="Rounded Rectangle 6"/>
            <p:cNvSpPr txBox="1"/>
            <p:nvPr/>
          </p:nvSpPr>
          <p:spPr>
            <a:xfrm>
              <a:off x="5874475" y="2476335"/>
              <a:ext cx="2278002" cy="141440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7150" tIns="57150" rIns="57150" bIns="57150" numCol="1" spcCol="1270" anchor="ctr" anchorCtr="0">
              <a:noAutofit/>
            </a:bodyPr>
            <a:lstStyle/>
            <a:p>
              <a:pPr algn="ctr" defTabSz="666750" eaLnBrk="1" fontAlgn="auto" hangingPunct="1">
                <a:lnSpc>
                  <a:spcPct val="90000"/>
                </a:lnSpc>
                <a:spcAft>
                  <a:spcPct val="35000"/>
                </a:spcAft>
                <a:defRPr/>
              </a:pPr>
              <a:r>
                <a:rPr lang="en-US" b="1" dirty="0">
                  <a:solidFill>
                    <a:prstClr val="black">
                      <a:hueOff val="0"/>
                      <a:satOff val="0"/>
                      <a:lumOff val="0"/>
                      <a:alphaOff val="0"/>
                    </a:prstClr>
                  </a:solidFill>
                  <a:latin typeface="Times New Roman" panose="02020603050405020304" pitchFamily="18" charset="0"/>
                  <a:cs typeface="Times New Roman" panose="02020603050405020304" pitchFamily="18" charset="0"/>
                </a:rPr>
                <a:t>Duty Leave</a:t>
              </a:r>
            </a:p>
          </p:txBody>
        </p:sp>
      </p:grpSp>
      <p:sp>
        <p:nvSpPr>
          <p:cNvPr id="12" name="Left Arrow 11"/>
          <p:cNvSpPr/>
          <p:nvPr/>
        </p:nvSpPr>
        <p:spPr>
          <a:xfrm>
            <a:off x="2827372" y="2275892"/>
            <a:ext cx="466391" cy="31001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a:solidFill>
                <a:prstClr val="white"/>
              </a:solidFill>
              <a:latin typeface="Bahnschrift" panose="020B0502040204020203" pitchFamily="34" charset="0"/>
            </a:endParaRPr>
          </a:p>
        </p:txBody>
      </p:sp>
      <p:sp>
        <p:nvSpPr>
          <p:cNvPr id="14" name="Left Arrow 13"/>
          <p:cNvSpPr/>
          <p:nvPr/>
        </p:nvSpPr>
        <p:spPr>
          <a:xfrm rot="10800000">
            <a:off x="5601573" y="2275892"/>
            <a:ext cx="466391" cy="31001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a:solidFill>
                <a:prstClr val="white"/>
              </a:solidFill>
              <a:latin typeface="Bahnschrift" panose="020B0502040204020203" pitchFamily="34" charset="0"/>
            </a:endParaRPr>
          </a:p>
        </p:txBody>
      </p:sp>
      <p:sp>
        <p:nvSpPr>
          <p:cNvPr id="2" name="Content Placeholder 2"/>
          <p:cNvSpPr txBox="1"/>
          <p:nvPr/>
        </p:nvSpPr>
        <p:spPr bwMode="auto">
          <a:xfrm>
            <a:off x="556260" y="3646018"/>
            <a:ext cx="3718560" cy="1702898"/>
          </a:xfrm>
          <a:prstGeom prst="rect">
            <a:avLst/>
          </a:prstGeom>
        </p:spPr>
        <p:style>
          <a:lnRef idx="2">
            <a:schemeClr val="accent1"/>
          </a:lnRef>
          <a:fillRef idx="1">
            <a:schemeClr val="lt1"/>
          </a:fillRef>
          <a:effectRef idx="0">
            <a:schemeClr val="accent1"/>
          </a:effectRef>
          <a:fontRef idx="minor">
            <a:schemeClr val="dk1"/>
          </a:fontRef>
        </p:style>
        <p:txBody>
          <a:bodyPr vert="horz" wrap="square" lIns="68580" tIns="34290" rIns="68580" bIns="34290" numCol="1" anchor="t" anchorCtr="0" compatLnSpc="1"/>
          <a:lst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en-US" sz="1800" dirty="0">
                <a:latin typeface="Times New Roman" panose="02020603050405020304" pitchFamily="18" charset="0"/>
                <a:cs typeface="Times New Roman" panose="02020603050405020304" pitchFamily="18" charset="0"/>
              </a:rPr>
              <a:t>Earn exemptions from your revenue generation endeavors </a:t>
            </a:r>
          </a:p>
          <a:p>
            <a:pPr algn="just">
              <a:lnSpc>
                <a:spcPct val="150000"/>
              </a:lnSpc>
              <a:spcBef>
                <a:spcPts val="0"/>
              </a:spcBef>
            </a:pPr>
            <a:r>
              <a:rPr lang="en-US" sz="1800" dirty="0">
                <a:latin typeface="Times New Roman" panose="02020603050405020304" pitchFamily="18" charset="0"/>
                <a:cs typeface="Times New Roman" panose="02020603050405020304" pitchFamily="18" charset="0"/>
              </a:rPr>
              <a:t>Earn Academic benefits on revenues above 50,000 (in 6 months)</a:t>
            </a:r>
          </a:p>
          <a:p>
            <a:pPr lvl="2" algn="just">
              <a:buFont typeface="Wingdings" panose="05000000000000000000" pitchFamily="2" charset="2"/>
              <a:buChar char="ü"/>
            </a:pPr>
            <a:endParaRPr lang="en-US" sz="1800" b="1" dirty="0">
              <a:latin typeface="Bahnschrift SemiCondensed" panose="020B0502040204020203" charset="0"/>
              <a:cs typeface="Bahnschrift SemiCondensed" panose="020B0502040204020203" charset="0"/>
            </a:endParaRPr>
          </a:p>
        </p:txBody>
      </p:sp>
      <p:sp>
        <p:nvSpPr>
          <p:cNvPr id="13" name="Content Placeholder 2"/>
          <p:cNvSpPr txBox="1"/>
          <p:nvPr/>
        </p:nvSpPr>
        <p:spPr>
          <a:xfrm>
            <a:off x="4697730" y="3056896"/>
            <a:ext cx="4069080" cy="2772404"/>
          </a:xfrm>
          <a:prstGeom prst="rect">
            <a:avLst/>
          </a:prstGeom>
        </p:spPr>
        <p:style>
          <a:lnRef idx="2">
            <a:schemeClr val="accent2"/>
          </a:lnRef>
          <a:fillRef idx="1">
            <a:schemeClr val="lt1"/>
          </a:fillRef>
          <a:effectRef idx="0">
            <a:schemeClr val="accent2"/>
          </a:effectRef>
          <a:fontRef idx="minor">
            <a:schemeClr val="dk1"/>
          </a:fontRef>
        </p:style>
        <p:txBody>
          <a:bodyPr/>
          <a:lst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dk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dk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dk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lnSpc>
                <a:spcPct val="150000"/>
              </a:lnSpc>
              <a:spcBef>
                <a:spcPts val="0"/>
              </a:spcBef>
              <a:buNone/>
            </a:pPr>
            <a:r>
              <a:rPr lang="en-US" sz="1500" b="1" u="sng" dirty="0">
                <a:solidFill>
                  <a:srgbClr val="FF0000"/>
                </a:solidFill>
                <a:latin typeface="Times New Roman" panose="02020603050405020304" pitchFamily="18" charset="0"/>
                <a:cs typeface="Times New Roman" panose="02020603050405020304" pitchFamily="18" charset="0"/>
              </a:rPr>
              <a:t>Important Points</a:t>
            </a:r>
            <a:r>
              <a:rPr lang="en-US" sz="1500" u="sng" dirty="0">
                <a:solidFill>
                  <a:srgbClr val="FF0000"/>
                </a:solidFill>
                <a:latin typeface="Times New Roman" panose="02020603050405020304" pitchFamily="18" charset="0"/>
                <a:cs typeface="Times New Roman" panose="02020603050405020304" pitchFamily="18" charset="0"/>
              </a:rPr>
              <a:t>:</a:t>
            </a:r>
          </a:p>
          <a:p>
            <a:pPr algn="just">
              <a:lnSpc>
                <a:spcPct val="150000"/>
              </a:lnSpc>
              <a:spcBef>
                <a:spcPts val="0"/>
              </a:spcBef>
            </a:pPr>
            <a:r>
              <a:rPr lang="en-US" sz="1500" dirty="0">
                <a:latin typeface="Times New Roman" panose="02020603050405020304" pitchFamily="18" charset="0"/>
                <a:cs typeface="Times New Roman" panose="02020603050405020304" pitchFamily="18" charset="0"/>
              </a:rPr>
              <a:t>Submit authentic information only</a:t>
            </a:r>
          </a:p>
          <a:p>
            <a:pPr algn="just">
              <a:lnSpc>
                <a:spcPct val="150000"/>
              </a:lnSpc>
              <a:spcBef>
                <a:spcPts val="0"/>
              </a:spcBef>
            </a:pPr>
            <a:r>
              <a:rPr lang="en-US" sz="1500" dirty="0">
                <a:latin typeface="Times New Roman" panose="02020603050405020304" pitchFamily="18" charset="0"/>
                <a:cs typeface="Times New Roman" panose="02020603050405020304" pitchFamily="18" charset="0"/>
              </a:rPr>
              <a:t>Student must submit a detailed proposal outlining:</a:t>
            </a:r>
          </a:p>
          <a:p>
            <a:pPr marL="300038" indent="-300038" algn="just">
              <a:lnSpc>
                <a:spcPct val="150000"/>
              </a:lnSpc>
              <a:spcBef>
                <a:spcPts val="0"/>
              </a:spcBef>
              <a:buFont typeface="+mj-lt"/>
              <a:buAutoNum type="romanLcPeriod"/>
            </a:pPr>
            <a:r>
              <a:rPr lang="en-US" sz="1500" dirty="0">
                <a:latin typeface="Times New Roman" panose="02020603050405020304" pitchFamily="18" charset="0"/>
                <a:cs typeface="Times New Roman" panose="02020603050405020304" pitchFamily="18" charset="0"/>
              </a:rPr>
              <a:t>Revenue Model</a:t>
            </a:r>
          </a:p>
          <a:p>
            <a:pPr marL="300038" indent="-300038" algn="just">
              <a:lnSpc>
                <a:spcPct val="150000"/>
              </a:lnSpc>
              <a:spcBef>
                <a:spcPts val="0"/>
              </a:spcBef>
              <a:buFont typeface="+mj-lt"/>
              <a:buAutoNum type="romanLcPeriod"/>
            </a:pPr>
            <a:r>
              <a:rPr lang="en-US" sz="1500" dirty="0">
                <a:latin typeface="Times New Roman" panose="02020603050405020304" pitchFamily="18" charset="0"/>
                <a:cs typeface="Times New Roman" panose="02020603050405020304" pitchFamily="18" charset="0"/>
              </a:rPr>
              <a:t>Market Feasibility</a:t>
            </a:r>
          </a:p>
          <a:p>
            <a:pPr marL="300038" indent="-300038" algn="just">
              <a:lnSpc>
                <a:spcPct val="150000"/>
              </a:lnSpc>
              <a:spcBef>
                <a:spcPts val="0"/>
              </a:spcBef>
              <a:buFont typeface="+mj-lt"/>
              <a:buAutoNum type="romanLcPeriod"/>
            </a:pPr>
            <a:r>
              <a:rPr lang="en-US" sz="1500" dirty="0">
                <a:latin typeface="Times New Roman" panose="02020603050405020304" pitchFamily="18" charset="0"/>
                <a:cs typeface="Times New Roman" panose="02020603050405020304" pitchFamily="18" charset="0"/>
              </a:rPr>
              <a:t>Execution Strategy</a:t>
            </a:r>
          </a:p>
          <a:p>
            <a:pPr marL="300038" indent="-300038" algn="just">
              <a:lnSpc>
                <a:spcPct val="150000"/>
              </a:lnSpc>
              <a:spcBef>
                <a:spcPts val="0"/>
              </a:spcBef>
              <a:buFont typeface="+mj-lt"/>
              <a:buAutoNum type="romanLcPeriod"/>
            </a:pPr>
            <a:r>
              <a:rPr lang="en-US" sz="1500" dirty="0">
                <a:latin typeface="Times New Roman" panose="02020603050405020304" pitchFamily="18" charset="0"/>
                <a:cs typeface="Times New Roman" panose="02020603050405020304" pitchFamily="18" charset="0"/>
              </a:rPr>
              <a:t>Financial Projections</a:t>
            </a:r>
          </a:p>
          <a:p>
            <a:pPr marL="0" indent="0" algn="just">
              <a:buNone/>
            </a:pPr>
            <a:endParaRPr lang="en-US" sz="1800" dirty="0">
              <a:latin typeface="Bahnschrift SemiCondensed" panose="020B0502040204020203" charset="0"/>
              <a:cs typeface="Bahnschrift SemiCondensed" panose="020B0502040204020203" charset="0"/>
            </a:endParaRPr>
          </a:p>
        </p:txBody>
      </p:sp>
      <p:sp>
        <p:nvSpPr>
          <p:cNvPr id="16" name="Title 1"/>
          <p:cNvSpPr txBox="1"/>
          <p:nvPr/>
        </p:nvSpPr>
        <p:spPr>
          <a:xfrm>
            <a:off x="628650" y="1225124"/>
            <a:ext cx="7886700" cy="411069"/>
          </a:xfrm>
          <a:prstGeom prst="rect">
            <a:avLst/>
          </a:prstGeom>
        </p:spPr>
        <p:txBody>
          <a:bodyPr/>
          <a:lst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3000" b="1" u="sng" dirty="0">
                <a:latin typeface="Times New Roman" panose="02020603050405020304" pitchFamily="18" charset="0"/>
                <a:cs typeface="Times New Roman" panose="02020603050405020304" pitchFamily="18" charset="0"/>
              </a:rPr>
              <a:t>Pillar II: Revenue Generation</a:t>
            </a:r>
            <a:endParaRPr lang="en-IN" sz="3000" b="1" u="sng"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903" y="1160749"/>
            <a:ext cx="5915025" cy="553998"/>
          </a:xfrm>
        </p:spPr>
        <p:txBody>
          <a:bodyPr/>
          <a:lstStyle/>
          <a:p>
            <a:pPr algn="ctr"/>
            <a:r>
              <a:rPr lang="en-US" sz="1800" b="1" u="sng" dirty="0">
                <a:latin typeface="Times New Roman" panose="02020603050405020304" pitchFamily="18" charset="0"/>
                <a:cs typeface="Times New Roman" panose="02020603050405020304" pitchFamily="18" charset="0"/>
              </a:rPr>
              <a:t>Where to View &amp; Select Nomination Choices</a:t>
            </a:r>
            <a:br>
              <a:rPr lang="en-US" sz="1800" b="1" u="sng" dirty="0">
                <a:latin typeface="Times New Roman" panose="02020603050405020304" pitchFamily="18" charset="0"/>
                <a:cs typeface="Times New Roman" panose="02020603050405020304" pitchFamily="18" charset="0"/>
              </a:rPr>
            </a:br>
            <a:r>
              <a:rPr lang="en-US" sz="1800" b="1" u="sng" dirty="0">
                <a:latin typeface="Times New Roman" panose="02020603050405020304" pitchFamily="18" charset="0"/>
                <a:cs typeface="Times New Roman" panose="02020603050405020304" pitchFamily="18" charset="0"/>
              </a:rPr>
              <a:t>for Courses that </a:t>
            </a:r>
            <a:r>
              <a:rPr lang="en-US" sz="1800" b="1" u="sng" dirty="0">
                <a:solidFill>
                  <a:srgbClr val="00B050"/>
                </a:solidFill>
                <a:latin typeface="Times New Roman" panose="02020603050405020304" pitchFamily="18" charset="0"/>
                <a:cs typeface="Times New Roman" panose="02020603050405020304" pitchFamily="18" charset="0"/>
              </a:rPr>
              <a:t>students</a:t>
            </a:r>
            <a:r>
              <a:rPr lang="en-US" sz="1800" b="1" u="sng" dirty="0">
                <a:latin typeface="Times New Roman" panose="02020603050405020304" pitchFamily="18" charset="0"/>
                <a:cs typeface="Times New Roman" panose="02020603050405020304" pitchFamily="18" charset="0"/>
              </a:rPr>
              <a:t> are studying</a:t>
            </a:r>
            <a:endParaRPr lang="en-IN" sz="1800" b="1" u="sng"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5905" y="2391262"/>
            <a:ext cx="6148202" cy="3197980"/>
          </a:xfrm>
        </p:spPr>
      </p:pic>
      <p:sp>
        <p:nvSpPr>
          <p:cNvPr id="7" name="TextBox 6"/>
          <p:cNvSpPr txBox="1"/>
          <p:nvPr/>
        </p:nvSpPr>
        <p:spPr>
          <a:xfrm>
            <a:off x="1223629" y="2024845"/>
            <a:ext cx="6734510" cy="646331"/>
          </a:xfrm>
          <a:prstGeom prst="rect">
            <a:avLst/>
          </a:prstGeom>
          <a:noFill/>
        </p:spPr>
        <p:txBody>
          <a:bodyPr wrap="square">
            <a:spAutoFit/>
          </a:bodyPr>
          <a:lstStyle/>
          <a:p>
            <a:pPr algn="ctr" defTabSz="571478"/>
            <a:r>
              <a:rPr lang="en-US" dirty="0">
                <a:solidFill>
                  <a:srgbClr val="FF0000"/>
                </a:solidFill>
                <a:latin typeface="Times New Roman" panose="02020603050405020304" pitchFamily="18" charset="0"/>
                <a:cs typeface="Times New Roman" panose="02020603050405020304" pitchFamily="18" charset="0"/>
              </a:rPr>
              <a:t>Step 1: </a:t>
            </a:r>
            <a:r>
              <a:rPr lang="en-US" dirty="0">
                <a:solidFill>
                  <a:prstClr val="black"/>
                </a:solidFill>
                <a:latin typeface="Times New Roman" panose="02020603050405020304" pitchFamily="18" charset="0"/>
                <a:cs typeface="Times New Roman" panose="02020603050405020304" pitchFamily="18" charset="0"/>
              </a:rPr>
              <a:t>Login to UMS -- Navigate to LMS -- EDREV: Be the Part of Change -- Options. </a:t>
            </a:r>
            <a:endParaRPr lang="en-IN"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48053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0190" y="1628775"/>
            <a:ext cx="6009323" cy="617220"/>
          </a:xfrm>
        </p:spPr>
        <p:txBody>
          <a:bodyPr>
            <a:normAutofit fontScale="90000"/>
          </a:bodyPr>
          <a:lstStyle/>
          <a:p>
            <a:pPr algn="ctr">
              <a:defRPr sz="3200" b="1">
                <a:solidFill>
                  <a:srgbClr val="00467A"/>
                </a:solidFill>
              </a:defRPr>
            </a:pPr>
            <a:br>
              <a:rPr lang="en-US"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Applying for EDU-Revolution Initiatives</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74459" y="2245995"/>
            <a:ext cx="6753266" cy="2035942"/>
          </a:xfrm>
        </p:spPr>
        <p:txBody>
          <a:bodyPr/>
          <a:lstStyle/>
          <a:p>
            <a:pPr>
              <a:lnSpc>
                <a:spcPct val="150000"/>
              </a:lnSpc>
              <a:spcBef>
                <a:spcPts val="0"/>
              </a:spcBef>
              <a:defRPr sz="2000"/>
            </a:pPr>
            <a:r>
              <a:rPr lang="en-US" sz="1500" b="1" dirty="0">
                <a:solidFill>
                  <a:srgbClr val="FF0000"/>
                </a:solidFill>
                <a:latin typeface="Times New Roman" panose="02020603050405020304" pitchFamily="18" charset="0"/>
                <a:cs typeface="Times New Roman" panose="02020603050405020304" pitchFamily="18" charset="0"/>
              </a:rPr>
              <a:t>How can students apply:</a:t>
            </a:r>
          </a:p>
          <a:p>
            <a:pPr>
              <a:lnSpc>
                <a:spcPct val="150000"/>
              </a:lnSpc>
              <a:spcBef>
                <a:spcPts val="0"/>
              </a:spcBef>
              <a:defRPr sz="2000"/>
            </a:pPr>
            <a:r>
              <a:rPr lang="en-US" sz="1500" b="1" dirty="0">
                <a:latin typeface="Times New Roman" panose="02020603050405020304" pitchFamily="18" charset="0"/>
                <a:cs typeface="Times New Roman" panose="02020603050405020304" pitchFamily="18" charset="0"/>
              </a:rPr>
              <a:t>Login UMS → LMS → EDU-Revolution: Be the Change → Apply for EDU- Revolution</a:t>
            </a:r>
          </a:p>
          <a:p>
            <a:pPr>
              <a:lnSpc>
                <a:spcPct val="150000"/>
              </a:lnSpc>
              <a:spcBef>
                <a:spcPts val="0"/>
              </a:spcBef>
              <a:defRPr sz="2000"/>
            </a:pPr>
            <a:endParaRPr lang="en-US" sz="1500" b="1" dirty="0">
              <a:solidFill>
                <a:srgbClr val="FF0000"/>
              </a:solidFill>
              <a:latin typeface="Times New Roman" panose="02020603050405020304" pitchFamily="18" charset="0"/>
              <a:cs typeface="Times New Roman" panose="02020603050405020304" pitchFamily="18" charset="0"/>
            </a:endParaRPr>
          </a:p>
          <a:p>
            <a:pPr>
              <a:lnSpc>
                <a:spcPct val="150000"/>
              </a:lnSpc>
              <a:spcBef>
                <a:spcPts val="0"/>
              </a:spcBef>
              <a:defRPr sz="2000"/>
            </a:pPr>
            <a:r>
              <a:rPr lang="en-US" sz="1500" b="1" dirty="0">
                <a:solidFill>
                  <a:srgbClr val="FF0000"/>
                </a:solidFill>
                <a:latin typeface="Times New Roman" panose="02020603050405020304" pitchFamily="18" charset="0"/>
                <a:cs typeface="Times New Roman" panose="02020603050405020304" pitchFamily="18" charset="0"/>
              </a:rPr>
              <a:t>Need Help:</a:t>
            </a:r>
          </a:p>
          <a:p>
            <a:pPr algn="ctr">
              <a:lnSpc>
                <a:spcPct val="150000"/>
              </a:lnSpc>
              <a:spcBef>
                <a:spcPts val="0"/>
              </a:spcBef>
              <a:defRPr sz="2000"/>
            </a:pPr>
            <a:r>
              <a:rPr lang="en-US" sz="1500" b="1" dirty="0">
                <a:latin typeface="Times New Roman" panose="02020603050405020304" pitchFamily="18" charset="0"/>
                <a:cs typeface="Times New Roman" panose="02020603050405020304" pitchFamily="18" charset="0"/>
              </a:rPr>
              <a:t>Students can visit the EDU-Revolution Query &amp; Assistance Zone at Block 27–102</a:t>
            </a:r>
          </a:p>
        </p:txBody>
      </p:sp>
    </p:spTree>
    <p:extLst>
      <p:ext uri="{BB962C8B-B14F-4D97-AF65-F5344CB8AC3E}">
        <p14:creationId xmlns:p14="http://schemas.microsoft.com/office/powerpoint/2010/main" val="27285731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4473" y="1376772"/>
            <a:ext cx="6035040" cy="869223"/>
          </a:xfrm>
        </p:spPr>
        <p:txBody>
          <a:bodyPr>
            <a:normAutofit fontScale="90000"/>
          </a:bodyPr>
          <a:lstStyle/>
          <a:p>
            <a:pPr algn="ctr">
              <a:defRPr sz="3200" b="1">
                <a:solidFill>
                  <a:srgbClr val="00467A"/>
                </a:solidFill>
              </a:defRPr>
            </a:pPr>
            <a:br>
              <a:rPr lang="en-US"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Applying for EDU-Revolution Initiatives</a:t>
            </a:r>
            <a:br>
              <a:rPr lang="en-US" sz="2700" dirty="0">
                <a:latin typeface="Times New Roman" panose="02020603050405020304" pitchFamily="18" charset="0"/>
                <a:cs typeface="Times New Roman" panose="02020603050405020304" pitchFamily="18" charset="0"/>
              </a:rPr>
            </a:br>
            <a:endParaRPr lang="en-IN" sz="27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94473" y="2078851"/>
            <a:ext cx="6137910" cy="2728439"/>
          </a:xfrm>
        </p:spPr>
        <p:txBody>
          <a:bodyPr/>
          <a:lstStyle/>
          <a:p>
            <a:pPr>
              <a:lnSpc>
                <a:spcPct val="150000"/>
              </a:lnSpc>
              <a:spcBef>
                <a:spcPts val="0"/>
              </a:spcBef>
              <a:defRPr sz="2400" b="1"/>
            </a:pPr>
            <a:r>
              <a:rPr lang="en-US" sz="1500" dirty="0">
                <a:solidFill>
                  <a:srgbClr val="FF0000"/>
                </a:solidFill>
                <a:latin typeface="Times New Roman" panose="02020603050405020304" pitchFamily="18" charset="0"/>
                <a:cs typeface="Times New Roman" panose="02020603050405020304" pitchFamily="18" charset="0"/>
              </a:rPr>
              <a:t>Important Points</a:t>
            </a:r>
          </a:p>
          <a:p>
            <a:pPr>
              <a:lnSpc>
                <a:spcPct val="150000"/>
              </a:lnSpc>
              <a:spcBef>
                <a:spcPts val="0"/>
              </a:spcBef>
              <a:defRPr sz="1800"/>
            </a:pPr>
            <a:r>
              <a:rPr lang="en-US" sz="1500" dirty="0">
                <a:latin typeface="Times New Roman" panose="02020603050405020304" pitchFamily="18" charset="0"/>
                <a:cs typeface="Times New Roman" panose="02020603050405020304" pitchFamily="18" charset="0"/>
              </a:rPr>
              <a:t>All student applications will be verified by the </a:t>
            </a:r>
            <a:r>
              <a:rPr lang="en-US" sz="1500" b="1" dirty="0">
                <a:latin typeface="Times New Roman" panose="02020603050405020304" pitchFamily="18" charset="0"/>
                <a:cs typeface="Times New Roman" panose="02020603050405020304" pitchFamily="18" charset="0"/>
              </a:rPr>
              <a:t>EDU-Revolution Standing Committee </a:t>
            </a:r>
            <a:r>
              <a:rPr lang="en-US" sz="1500" dirty="0">
                <a:latin typeface="Times New Roman" panose="02020603050405020304" pitchFamily="18" charset="0"/>
                <a:cs typeface="Times New Roman" panose="02020603050405020304" pitchFamily="18" charset="0"/>
              </a:rPr>
              <a:t>and the Committee may:</a:t>
            </a:r>
          </a:p>
          <a:p>
            <a:pPr marL="197516" lvl="1">
              <a:lnSpc>
                <a:spcPct val="150000"/>
              </a:lnSpc>
              <a:spcBef>
                <a:spcPts val="0"/>
              </a:spcBef>
              <a:buFont typeface="Wingdings" panose="05000000000000000000" pitchFamily="2" charset="2"/>
              <a:buChar char="ü"/>
              <a:defRPr sz="1800"/>
            </a:pPr>
            <a:r>
              <a:rPr lang="en-US" sz="1500" dirty="0">
                <a:latin typeface="Times New Roman" panose="02020603050405020304" pitchFamily="18" charset="0"/>
                <a:cs typeface="Times New Roman" panose="02020603050405020304" pitchFamily="18" charset="0"/>
              </a:rPr>
              <a:t>Contact you directly</a:t>
            </a:r>
          </a:p>
          <a:p>
            <a:pPr marL="197516" lvl="1">
              <a:lnSpc>
                <a:spcPct val="150000"/>
              </a:lnSpc>
              <a:spcBef>
                <a:spcPts val="0"/>
              </a:spcBef>
              <a:buFont typeface="Wingdings" panose="05000000000000000000" pitchFamily="2" charset="2"/>
              <a:buChar char="ü"/>
              <a:defRPr sz="1800"/>
            </a:pPr>
            <a:r>
              <a:rPr lang="en-US" sz="1500" dirty="0">
                <a:latin typeface="Times New Roman" panose="02020603050405020304" pitchFamily="18" charset="0"/>
                <a:cs typeface="Times New Roman" panose="02020603050405020304" pitchFamily="18" charset="0"/>
              </a:rPr>
              <a:t>Ask for supporting documents</a:t>
            </a:r>
          </a:p>
          <a:p>
            <a:pPr marL="197516" lvl="1">
              <a:lnSpc>
                <a:spcPct val="150000"/>
              </a:lnSpc>
              <a:spcBef>
                <a:spcPts val="0"/>
              </a:spcBef>
              <a:buFont typeface="Wingdings" panose="05000000000000000000" pitchFamily="2" charset="2"/>
              <a:buChar char="ü"/>
              <a:defRPr sz="1800"/>
            </a:pPr>
            <a:r>
              <a:rPr lang="en-US" sz="1500" dirty="0">
                <a:latin typeface="Times New Roman" panose="02020603050405020304" pitchFamily="18" charset="0"/>
                <a:cs typeface="Times New Roman" panose="02020603050405020304" pitchFamily="18" charset="0"/>
              </a:rPr>
              <a:t>Call for in-person interaction</a:t>
            </a:r>
          </a:p>
          <a:p>
            <a:pPr marL="197516" lvl="1">
              <a:lnSpc>
                <a:spcPct val="150000"/>
              </a:lnSpc>
              <a:spcBef>
                <a:spcPts val="0"/>
              </a:spcBef>
              <a:buFont typeface="Wingdings" panose="05000000000000000000" pitchFamily="2" charset="2"/>
              <a:buChar char="ü"/>
              <a:defRPr sz="1800"/>
            </a:pPr>
            <a:r>
              <a:rPr lang="en-US" sz="1500" dirty="0">
                <a:latin typeface="Times New Roman" panose="02020603050405020304" pitchFamily="18" charset="0"/>
                <a:cs typeface="Times New Roman" panose="02020603050405020304" pitchFamily="18" charset="0"/>
              </a:rPr>
              <a:t>Can approve/reject/change proposed benefits</a:t>
            </a:r>
          </a:p>
          <a:p>
            <a:pPr marL="197516" lvl="1">
              <a:lnSpc>
                <a:spcPct val="150000"/>
              </a:lnSpc>
              <a:spcBef>
                <a:spcPts val="0"/>
              </a:spcBef>
              <a:buFont typeface="Wingdings" panose="05000000000000000000" pitchFamily="2" charset="2"/>
              <a:buChar char="ü"/>
              <a:defRPr sz="1800"/>
            </a:pPr>
            <a:r>
              <a:rPr lang="en-US" sz="1500" dirty="0">
                <a:latin typeface="Times New Roman" panose="02020603050405020304" pitchFamily="18" charset="0"/>
                <a:cs typeface="Times New Roman" panose="02020603050405020304" pitchFamily="18" charset="0"/>
              </a:rPr>
              <a:t>Final decisions are based on merit, relevance &amp; evidence</a:t>
            </a:r>
          </a:p>
        </p:txBody>
      </p:sp>
    </p:spTree>
    <p:extLst>
      <p:ext uri="{BB962C8B-B14F-4D97-AF65-F5344CB8AC3E}">
        <p14:creationId xmlns:p14="http://schemas.microsoft.com/office/powerpoint/2010/main" val="2902789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p:cNvGraphicFramePr>
            <a:graphicFrameLocks noGrp="1"/>
          </p:cNvGraphicFramePr>
          <p:nvPr>
            <p:ph idx="1"/>
          </p:nvPr>
        </p:nvGraphicFramePr>
        <p:xfrm>
          <a:off x="842487" y="2300764"/>
          <a:ext cx="7672864" cy="29360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 Box 2"/>
          <p:cNvSpPr txBox="1"/>
          <p:nvPr/>
        </p:nvSpPr>
        <p:spPr>
          <a:xfrm>
            <a:off x="1214914" y="1774031"/>
            <a:ext cx="7300436" cy="369332"/>
          </a:xfrm>
          <a:prstGeom prst="rect">
            <a:avLst/>
          </a:prstGeom>
        </p:spPr>
        <p:txBody>
          <a:bodyPr wrap="square">
            <a:spAutoFit/>
          </a:bodyPr>
          <a:lstStyle/>
          <a:p>
            <a:pPr algn="ctr"/>
            <a:r>
              <a:rPr lang="en-US" altLang="zh-CN" b="1" dirty="0">
                <a:latin typeface="Times New Roman" panose="02020603050405020304" pitchFamily="18" charset="0"/>
                <a:ea typeface="fkGroteskNeue"/>
                <a:cs typeface="Times New Roman" panose="02020603050405020304" pitchFamily="18" charset="0"/>
              </a:rPr>
              <a:t>"Your Journey, Your Choice: Build, Serve, or Study for Tomorrow!"</a:t>
            </a:r>
          </a:p>
        </p:txBody>
      </p:sp>
      <p:sp>
        <p:nvSpPr>
          <p:cNvPr id="4" name="Title 14"/>
          <p:cNvSpPr txBox="1"/>
          <p:nvPr/>
        </p:nvSpPr>
        <p:spPr>
          <a:xfrm>
            <a:off x="628650" y="1200149"/>
            <a:ext cx="7886700" cy="832961"/>
          </a:xfrm>
        </p:spPr>
        <p:txBody>
          <a:bodyPr/>
          <a:lst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2700" b="1" u="sng" dirty="0">
                <a:latin typeface="Times New Roman" panose="02020603050405020304" pitchFamily="18" charset="0"/>
                <a:cs typeface="Times New Roman" panose="02020603050405020304" pitchFamily="18" charset="0"/>
              </a:rPr>
              <a:t>Pillar III: Career Pathway</a:t>
            </a:r>
            <a:endParaRPr lang="en-US" sz="27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805940"/>
            <a:ext cx="7886700" cy="2443169"/>
          </a:xfrm>
        </p:spPr>
        <p:txBody>
          <a:bodyPr/>
          <a:lstStyle/>
          <a:p>
            <a:pPr algn="just">
              <a:lnSpc>
                <a:spcPct val="150000"/>
              </a:lnSpc>
              <a:spcBef>
                <a:spcPts val="0"/>
              </a:spcBef>
            </a:pPr>
            <a:r>
              <a:rPr lang="en-US" b="1" dirty="0">
                <a:latin typeface="Times New Roman" panose="02020603050405020304" pitchFamily="18" charset="0"/>
                <a:cs typeface="Times New Roman" panose="02020603050405020304" pitchFamily="18" charset="0"/>
              </a:rPr>
              <a:t>Career Pathways are</a:t>
            </a:r>
            <a:r>
              <a:rPr lang="en-US" dirty="0">
                <a:latin typeface="Times New Roman" panose="02020603050405020304" pitchFamily="18" charset="0"/>
                <a:cs typeface="Times New Roman" panose="02020603050405020304" pitchFamily="18" charset="0"/>
              </a:rPr>
              <a:t> at the </a:t>
            </a:r>
            <a:r>
              <a:rPr lang="en-US" b="1" dirty="0">
                <a:latin typeface="Times New Roman" panose="02020603050405020304" pitchFamily="18" charset="0"/>
                <a:cs typeface="Times New Roman" panose="02020603050405020304" pitchFamily="18" charset="0"/>
              </a:rPr>
              <a:t>core of our academic framework</a:t>
            </a:r>
            <a:r>
              <a:rPr lang="en-US" dirty="0">
                <a:latin typeface="Times New Roman" panose="02020603050405020304" pitchFamily="18" charset="0"/>
                <a:cs typeface="Times New Roman" panose="02020603050405020304" pitchFamily="18" charset="0"/>
              </a:rPr>
              <a:t>.</a:t>
            </a:r>
          </a:p>
          <a:p>
            <a:pPr algn="just">
              <a:lnSpc>
                <a:spcPct val="150000"/>
              </a:lnSpc>
              <a:spcBef>
                <a:spcPts val="0"/>
              </a:spcBef>
            </a:pPr>
            <a:r>
              <a:rPr lang="en-US" dirty="0">
                <a:latin typeface="Times New Roman" panose="02020603050405020304" pitchFamily="18" charset="0"/>
                <a:cs typeface="Times New Roman" panose="02020603050405020304" pitchFamily="18" charset="0"/>
              </a:rPr>
              <a:t>Curriculum is strategically designed to </a:t>
            </a:r>
            <a:r>
              <a:rPr lang="en-US" b="1" dirty="0">
                <a:latin typeface="Times New Roman" panose="02020603050405020304" pitchFamily="18" charset="0"/>
                <a:cs typeface="Times New Roman" panose="02020603050405020304" pitchFamily="18" charset="0"/>
              </a:rPr>
              <a:t>align with needs and requirements of each career pathway.</a:t>
            </a:r>
            <a:endParaRPr lang="en-US" dirty="0">
              <a:latin typeface="Times New Roman" panose="02020603050405020304" pitchFamily="18" charset="0"/>
              <a:cs typeface="Times New Roman" panose="02020603050405020304" pitchFamily="18" charset="0"/>
            </a:endParaRPr>
          </a:p>
          <a:p>
            <a:pPr algn="just">
              <a:lnSpc>
                <a:spcPct val="150000"/>
              </a:lnSpc>
              <a:spcBef>
                <a:spcPts val="0"/>
              </a:spcBef>
            </a:pPr>
            <a:r>
              <a:rPr lang="en-US" dirty="0">
                <a:latin typeface="Times New Roman" panose="02020603050405020304" pitchFamily="18" charset="0"/>
                <a:cs typeface="Times New Roman" panose="02020603050405020304" pitchFamily="18" charset="0"/>
              </a:rPr>
              <a:t>From </a:t>
            </a:r>
            <a:r>
              <a:rPr lang="en-US" b="1" dirty="0">
                <a:latin typeface="Times New Roman" panose="02020603050405020304" pitchFamily="18" charset="0"/>
                <a:cs typeface="Times New Roman" panose="02020603050405020304" pitchFamily="18" charset="0"/>
              </a:rPr>
              <a:t>technical proficiency to soft skills</a:t>
            </a:r>
            <a:r>
              <a:rPr lang="en-US" dirty="0">
                <a:latin typeface="Times New Roman" panose="02020603050405020304" pitchFamily="18" charset="0"/>
                <a:cs typeface="Times New Roman" panose="02020603050405020304" pitchFamily="18" charset="0"/>
              </a:rPr>
              <a:t>, the curriculum is tailored to develop a </a:t>
            </a:r>
            <a:r>
              <a:rPr lang="en-US" b="1" dirty="0">
                <a:latin typeface="Times New Roman" panose="02020603050405020304" pitchFamily="18" charset="0"/>
                <a:cs typeface="Times New Roman" panose="02020603050405020304" pitchFamily="18" charset="0"/>
              </a:rPr>
              <a:t>well-rounded professional ready for competitive market as per the chosen pathway</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5" name="Title 14"/>
          <p:cNvSpPr txBox="1"/>
          <p:nvPr/>
        </p:nvSpPr>
        <p:spPr>
          <a:xfrm>
            <a:off x="628650" y="1172409"/>
            <a:ext cx="7886700" cy="832961"/>
          </a:xfrm>
        </p:spPr>
        <p:txBody>
          <a:bodyPr/>
          <a:lst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2700" b="1" u="sng" dirty="0">
                <a:latin typeface="Times New Roman" panose="02020603050405020304" pitchFamily="18" charset="0"/>
                <a:cs typeface="Times New Roman" panose="02020603050405020304" pitchFamily="18" charset="0"/>
              </a:rPr>
              <a:t>Pillar III: Career Pathway</a:t>
            </a:r>
            <a:endParaRPr lang="en-US" sz="27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4"/>
          <p:cNvSpPr txBox="1"/>
          <p:nvPr/>
        </p:nvSpPr>
        <p:spPr>
          <a:xfrm>
            <a:off x="628650" y="1061066"/>
            <a:ext cx="7886700" cy="832961"/>
          </a:xfrm>
        </p:spPr>
        <p:txBody>
          <a:bodyPr/>
          <a:lst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2700" b="1" u="sng" dirty="0">
                <a:latin typeface="Times New Roman" panose="02020603050405020304" pitchFamily="18" charset="0"/>
                <a:cs typeface="Times New Roman" panose="02020603050405020304" pitchFamily="18" charset="0"/>
              </a:rPr>
              <a:t>Pillar III: Career Pathway</a:t>
            </a:r>
          </a:p>
          <a:p>
            <a:pPr algn="ctr"/>
            <a:r>
              <a:rPr lang="en-US" sz="2700" b="1" u="sng" dirty="0">
                <a:latin typeface="Times New Roman" panose="02020603050405020304" pitchFamily="18" charset="0"/>
                <a:cs typeface="Times New Roman" panose="02020603050405020304" pitchFamily="18" charset="0"/>
              </a:rPr>
              <a:t>School Specific Success Stories for each pathway</a:t>
            </a:r>
          </a:p>
          <a:p>
            <a:pPr algn="ctr"/>
            <a:endParaRPr lang="en-US" sz="2700" b="1" dirty="0">
              <a:latin typeface="Bahnschrift" panose="020B0502040204020203" pitchFamily="34" charset="0"/>
              <a:cs typeface="Times New Roman" panose="02020603050405020304" pitchFamily="18" charset="0"/>
            </a:endParaRPr>
          </a:p>
          <a:p>
            <a:pPr algn="ctr"/>
            <a:endParaRPr lang="en-US" sz="2700" b="1" dirty="0">
              <a:latin typeface="Times New Roman" panose="02020603050405020304" pitchFamily="18" charset="0"/>
              <a:cs typeface="Times New Roman" panose="02020603050405020304" pitchFamily="18" charset="0"/>
            </a:endParaRPr>
          </a:p>
          <a:p>
            <a:pPr algn="ctr"/>
            <a:r>
              <a:rPr lang="en-US" sz="2700" b="1" dirty="0">
                <a:latin typeface="Times New Roman" panose="02020603050405020304" pitchFamily="18" charset="0"/>
                <a:cs typeface="Times New Roman" panose="02020603050405020304" pitchFamily="18" charset="0"/>
              </a:rPr>
              <a:t>(</a:t>
            </a:r>
            <a:r>
              <a:rPr lang="en-US" sz="2100" b="1" dirty="0">
                <a:latin typeface="Times New Roman" panose="02020603050405020304" pitchFamily="18" charset="0"/>
                <a:cs typeface="Times New Roman" panose="02020603050405020304" pitchFamily="18" charset="0"/>
              </a:rPr>
              <a:t>Highlighting student and their achievement for each pathway</a:t>
            </a:r>
            <a:r>
              <a:rPr lang="en-US" sz="2700" b="1"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540" y="1173597"/>
            <a:ext cx="7886700" cy="643891"/>
          </a:xfrm>
        </p:spPr>
        <p:txBody>
          <a:bodyPr>
            <a:normAutofit fontScale="90000"/>
          </a:bodyPr>
          <a:lstStyle/>
          <a:p>
            <a:pPr algn="ctr"/>
            <a:r>
              <a:rPr lang="en-US" sz="2700" b="1" u="sng" dirty="0">
                <a:latin typeface="Times New Roman" panose="02020603050405020304" pitchFamily="18" charset="0"/>
                <a:cs typeface="Times New Roman" panose="02020603050405020304" pitchFamily="18" charset="0"/>
              </a:rPr>
              <a:t>Pillar IV: Students in  Decision Making</a:t>
            </a:r>
            <a:br>
              <a:rPr lang="en-US" sz="2700" b="1" dirty="0">
                <a:latin typeface="Times New Roman" panose="02020603050405020304" pitchFamily="18" charset="0"/>
                <a:cs typeface="Times New Roman" panose="02020603050405020304" pitchFamily="18" charset="0"/>
              </a:rPr>
            </a:br>
            <a:endParaRPr lang="en-IN" sz="27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433508" y="1580516"/>
            <a:ext cx="6040765" cy="458011"/>
          </a:xfrm>
          <a:prstGeom prst="rect">
            <a:avLst/>
          </a:prstGeom>
          <a:noFill/>
        </p:spPr>
        <p:txBody>
          <a:bodyPr wrap="square">
            <a:spAutoFit/>
          </a:bodyPr>
          <a:lstStyle/>
          <a:p>
            <a:pPr lvl="0" algn="ctr">
              <a:lnSpc>
                <a:spcPct val="150000"/>
              </a:lnSpc>
            </a:pPr>
            <a:r>
              <a:rPr lang="en-IN" b="1" dirty="0">
                <a:latin typeface="Times New Roman" panose="02020603050405020304" pitchFamily="18" charset="0"/>
                <a:ea typeface="Times New Roman" panose="02020603050405020304" pitchFamily="18" charset="0"/>
                <a:cs typeface="Times New Roman" panose="02020603050405020304" pitchFamily="18" charset="0"/>
              </a:rPr>
              <a:t>Committees under Student Education Revolution Board</a:t>
            </a:r>
          </a:p>
        </p:txBody>
      </p:sp>
      <p:sp>
        <p:nvSpPr>
          <p:cNvPr id="6" name="Content Placeholder 5"/>
          <p:cNvSpPr txBox="1">
            <a:spLocks noGrp="1"/>
          </p:cNvSpPr>
          <p:nvPr>
            <p:ph idx="1"/>
          </p:nvPr>
        </p:nvSpPr>
        <p:spPr>
          <a:xfrm>
            <a:off x="628650" y="2520990"/>
            <a:ext cx="4286250" cy="2027671"/>
          </a:xfrm>
          <a:prstGeom prst="rect">
            <a:avLst/>
          </a:prstGeom>
          <a:noFill/>
        </p:spPr>
        <p:txBody>
          <a:bodyPr wrap="square">
            <a:spAutoFit/>
          </a:bodyPr>
          <a:lstStyle/>
          <a:p>
            <a:pPr algn="ctr">
              <a:lnSpc>
                <a:spcPct val="150000"/>
              </a:lnSpc>
              <a:spcAft>
                <a:spcPts val="600"/>
              </a:spcAft>
            </a:pPr>
            <a:r>
              <a:rPr lang="en-IN" dirty="0">
                <a:latin typeface="Times New Roman" panose="02020603050405020304" pitchFamily="18" charset="0"/>
                <a:ea typeface="Times New Roman" panose="02020603050405020304" pitchFamily="18" charset="0"/>
                <a:cs typeface="Times New Roman" panose="02020603050405020304" pitchFamily="18" charset="0"/>
              </a:rPr>
              <a:t>We bring numerous ideas every year; but now, </a:t>
            </a:r>
            <a:r>
              <a:rPr lang="en-IN"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at least 20% of these ideas should originate from students themselves in all categories like academics, placements, research, entrepreneurship, etc.</a:t>
            </a:r>
          </a:p>
        </p:txBody>
      </p:sp>
      <p:pic>
        <p:nvPicPr>
          <p:cNvPr id="9" name="Picture 8"/>
          <p:cNvPicPr>
            <a:picLocks noChangeAspect="1"/>
          </p:cNvPicPr>
          <p:nvPr/>
        </p:nvPicPr>
        <p:blipFill>
          <a:blip r:embed="rId2"/>
          <a:stretch>
            <a:fillRect/>
          </a:stretch>
        </p:blipFill>
        <p:spPr>
          <a:xfrm>
            <a:off x="4914900" y="2224407"/>
            <a:ext cx="3885372" cy="337506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70735" y="5526882"/>
            <a:ext cx="6040755" cy="413861"/>
          </a:xfrm>
          <a:prstGeom prst="rect">
            <a:avLst/>
          </a:prstGeom>
          <a:noFill/>
        </p:spPr>
        <p:txBody>
          <a:bodyPr wrap="square">
            <a:noAutofit/>
          </a:bodyPr>
          <a:lstStyle/>
          <a:p>
            <a:pPr lvl="0" algn="ctr">
              <a:lnSpc>
                <a:spcPct val="150000"/>
              </a:lnSpc>
            </a:pPr>
            <a:endParaRPr lang="en-US" altLang="en-IN" b="1" dirty="0">
              <a:latin typeface="Times New Roman" panose="02020603050405020304" pitchFamily="18" charset="0"/>
              <a:ea typeface="Times New Roman" panose="02020603050405020304" pitchFamily="18" charset="0"/>
            </a:endParaRPr>
          </a:p>
        </p:txBody>
      </p:sp>
      <p:pic>
        <p:nvPicPr>
          <p:cNvPr id="9" name="Picture 8"/>
          <p:cNvPicPr>
            <a:picLocks noChangeAspect="1"/>
          </p:cNvPicPr>
          <p:nvPr>
            <p:custDataLst>
              <p:tags r:id="rId1"/>
            </p:custDataLst>
          </p:nvPr>
        </p:nvPicPr>
        <p:blipFill>
          <a:blip r:embed="rId7"/>
          <a:stretch>
            <a:fillRect/>
          </a:stretch>
        </p:blipFill>
        <p:spPr>
          <a:xfrm>
            <a:off x="3035017" y="2458124"/>
            <a:ext cx="2996772" cy="2927966"/>
          </a:xfrm>
          <a:prstGeom prst="rect">
            <a:avLst/>
          </a:prstGeom>
        </p:spPr>
      </p:pic>
      <p:sp>
        <p:nvSpPr>
          <p:cNvPr id="4" name="Rounded Rectangle 3"/>
          <p:cNvSpPr/>
          <p:nvPr>
            <p:custDataLst>
              <p:tags r:id="rId2"/>
            </p:custDataLst>
          </p:nvPr>
        </p:nvSpPr>
        <p:spPr>
          <a:xfrm>
            <a:off x="503397" y="2214841"/>
            <a:ext cx="2729389" cy="1309211"/>
          </a:xfrm>
          <a:prstGeom prst="roundRect">
            <a:avLst/>
          </a:prstGeom>
          <a:noFill/>
          <a:ln w="285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en-US" sz="1500" dirty="0">
                <a:solidFill>
                  <a:schemeClr val="tx1"/>
                </a:solidFill>
                <a:latin typeface="Times New Roman" panose="02020603050405020304" pitchFamily="18" charset="0"/>
                <a:cs typeface="Times New Roman" panose="02020603050405020304" pitchFamily="18" charset="0"/>
              </a:rPr>
              <a:t>Curriculum</a:t>
            </a:r>
          </a:p>
          <a:p>
            <a:pPr algn="l"/>
            <a:r>
              <a:rPr lang="en-US" sz="1500" dirty="0">
                <a:solidFill>
                  <a:schemeClr val="tx1"/>
                </a:solidFill>
                <a:latin typeface="Times New Roman" panose="02020603050405020304" pitchFamily="18" charset="0"/>
                <a:cs typeface="Times New Roman" panose="02020603050405020304" pitchFamily="18" charset="0"/>
              </a:rPr>
              <a:t>Content</a:t>
            </a:r>
          </a:p>
          <a:p>
            <a:pPr algn="l"/>
            <a:r>
              <a:rPr lang="en-US" sz="1500" dirty="0">
                <a:solidFill>
                  <a:schemeClr val="tx1"/>
                </a:solidFill>
                <a:latin typeface="Times New Roman" panose="02020603050405020304" pitchFamily="18" charset="0"/>
                <a:cs typeface="Times New Roman" panose="02020603050405020304" pitchFamily="18" charset="0"/>
              </a:rPr>
              <a:t>New Teaching Methods</a:t>
            </a:r>
          </a:p>
          <a:p>
            <a:pPr algn="l"/>
            <a:r>
              <a:rPr lang="en-US" sz="1500" dirty="0">
                <a:solidFill>
                  <a:schemeClr val="tx1"/>
                </a:solidFill>
                <a:latin typeface="Times New Roman" panose="02020603050405020304" pitchFamily="18" charset="0"/>
                <a:cs typeface="Times New Roman" panose="02020603050405020304" pitchFamily="18" charset="0"/>
              </a:rPr>
              <a:t>New Evaluation Methods</a:t>
            </a:r>
          </a:p>
          <a:p>
            <a:pPr algn="l"/>
            <a:r>
              <a:rPr lang="en-US" sz="1500" dirty="0">
                <a:solidFill>
                  <a:schemeClr val="tx1"/>
                </a:solidFill>
                <a:latin typeface="Times New Roman" panose="02020603050405020304" pitchFamily="18" charset="0"/>
                <a:cs typeface="Times New Roman" panose="02020603050405020304" pitchFamily="18" charset="0"/>
              </a:rPr>
              <a:t>Academic Benefits</a:t>
            </a:r>
          </a:p>
        </p:txBody>
      </p:sp>
      <p:sp>
        <p:nvSpPr>
          <p:cNvPr id="7" name="Rounded Rectangle 6"/>
          <p:cNvSpPr/>
          <p:nvPr>
            <p:custDataLst>
              <p:tags r:id="rId3"/>
            </p:custDataLst>
          </p:nvPr>
        </p:nvSpPr>
        <p:spPr>
          <a:xfrm>
            <a:off x="503397" y="3959067"/>
            <a:ext cx="2729389" cy="1790224"/>
          </a:xfrm>
          <a:prstGeom prst="roundRect">
            <a:avLst/>
          </a:prstGeom>
          <a:noFill/>
          <a:ln w="3810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en-US" sz="1500" dirty="0">
                <a:solidFill>
                  <a:schemeClr val="tx1"/>
                </a:solidFill>
                <a:latin typeface="Times New Roman" panose="02020603050405020304" pitchFamily="18" charset="0"/>
                <a:cs typeface="Times New Roman" panose="02020603050405020304" pitchFamily="18" charset="0"/>
              </a:rPr>
              <a:t>National/International Internship</a:t>
            </a:r>
          </a:p>
          <a:p>
            <a:pPr algn="l"/>
            <a:r>
              <a:rPr lang="en-US" sz="1500" dirty="0">
                <a:solidFill>
                  <a:schemeClr val="tx1"/>
                </a:solidFill>
                <a:latin typeface="Times New Roman" panose="02020603050405020304" pitchFamily="18" charset="0"/>
                <a:cs typeface="Times New Roman" panose="02020603050405020304" pitchFamily="18" charset="0"/>
              </a:rPr>
              <a:t>Bring New companies</a:t>
            </a:r>
          </a:p>
          <a:p>
            <a:pPr algn="l"/>
            <a:r>
              <a:rPr lang="en-US" sz="1500" dirty="0">
                <a:solidFill>
                  <a:schemeClr val="tx1"/>
                </a:solidFill>
                <a:latin typeface="Times New Roman" panose="02020603050405020304" pitchFamily="18" charset="0"/>
                <a:cs typeface="Times New Roman" panose="02020603050405020304" pitchFamily="18" charset="0"/>
              </a:rPr>
              <a:t>International Placement </a:t>
            </a:r>
            <a:r>
              <a:rPr lang="en-US" sz="1500" dirty="0">
                <a:solidFill>
                  <a:schemeClr val="tx1"/>
                </a:solidFill>
                <a:latin typeface="Times New Roman" panose="02020603050405020304" pitchFamily="18" charset="0"/>
                <a:cs typeface="Times New Roman" panose="02020603050405020304" pitchFamily="18" charset="0"/>
                <a:sym typeface="+mn-ea"/>
              </a:rPr>
              <a:t>opportunities</a:t>
            </a:r>
          </a:p>
          <a:p>
            <a:pPr algn="l"/>
            <a:r>
              <a:rPr lang="en-US" sz="1500" dirty="0" err="1">
                <a:solidFill>
                  <a:schemeClr val="tx1"/>
                </a:solidFill>
                <a:latin typeface="Times New Roman" panose="02020603050405020304" pitchFamily="18" charset="0"/>
                <a:cs typeface="Times New Roman" panose="02020603050405020304" pitchFamily="18" charset="0"/>
              </a:rPr>
              <a:t>Entrepreneural</a:t>
            </a:r>
            <a:r>
              <a:rPr lang="en-US" sz="1500" dirty="0">
                <a:solidFill>
                  <a:schemeClr val="tx1"/>
                </a:solidFill>
                <a:latin typeface="Times New Roman" panose="02020603050405020304" pitchFamily="18" charset="0"/>
                <a:cs typeface="Times New Roman" panose="02020603050405020304" pitchFamily="18" charset="0"/>
              </a:rPr>
              <a:t> Areas</a:t>
            </a:r>
          </a:p>
          <a:p>
            <a:pPr algn="l"/>
            <a:r>
              <a:rPr lang="en-US" sz="1500" dirty="0">
                <a:solidFill>
                  <a:schemeClr val="tx1"/>
                </a:solidFill>
                <a:latin typeface="Times New Roman" panose="02020603050405020304" pitchFamily="18" charset="0"/>
                <a:cs typeface="Times New Roman" panose="02020603050405020304" pitchFamily="18" charset="0"/>
                <a:sym typeface="+mn-ea"/>
              </a:rPr>
              <a:t>Academic Benefits</a:t>
            </a:r>
            <a:endParaRPr lang="en-US" sz="1500" dirty="0">
              <a:solidFill>
                <a:schemeClr val="tx1"/>
              </a:solidFill>
              <a:latin typeface="Times New Roman" panose="02020603050405020304" pitchFamily="18" charset="0"/>
              <a:cs typeface="Times New Roman" panose="02020603050405020304" pitchFamily="18" charset="0"/>
            </a:endParaRPr>
          </a:p>
        </p:txBody>
      </p:sp>
      <p:sp>
        <p:nvSpPr>
          <p:cNvPr id="8" name="Rounded Rectangle 7"/>
          <p:cNvSpPr/>
          <p:nvPr>
            <p:custDataLst>
              <p:tags r:id="rId4"/>
            </p:custDataLst>
          </p:nvPr>
        </p:nvSpPr>
        <p:spPr>
          <a:xfrm>
            <a:off x="5881212" y="2087205"/>
            <a:ext cx="2546509" cy="1564481"/>
          </a:xfrm>
          <a:prstGeom prst="roundRect">
            <a:avLst/>
          </a:prstGeom>
          <a:noFill/>
          <a:ln w="3810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en-US" sz="1500" dirty="0">
                <a:solidFill>
                  <a:schemeClr val="tx1"/>
                </a:solidFill>
                <a:latin typeface="Times New Roman" panose="02020603050405020304" pitchFamily="18" charset="0"/>
                <a:cs typeface="Times New Roman" panose="02020603050405020304" pitchFamily="18" charset="0"/>
              </a:rPr>
              <a:t>Research Area</a:t>
            </a:r>
          </a:p>
          <a:p>
            <a:pPr algn="l"/>
            <a:r>
              <a:rPr lang="en-US" sz="1500" dirty="0">
                <a:solidFill>
                  <a:schemeClr val="tx1"/>
                </a:solidFill>
                <a:latin typeface="Times New Roman" panose="02020603050405020304" pitchFamily="18" charset="0"/>
                <a:cs typeface="Times New Roman" panose="02020603050405020304" pitchFamily="18" charset="0"/>
              </a:rPr>
              <a:t>Projects to Pursue</a:t>
            </a:r>
          </a:p>
          <a:p>
            <a:pPr algn="l"/>
            <a:r>
              <a:rPr lang="en-US" sz="1500" dirty="0">
                <a:solidFill>
                  <a:schemeClr val="tx1"/>
                </a:solidFill>
                <a:latin typeface="Times New Roman" panose="02020603050405020304" pitchFamily="18" charset="0"/>
                <a:cs typeface="Times New Roman" panose="02020603050405020304" pitchFamily="18" charset="0"/>
              </a:rPr>
              <a:t>Funding opportunities</a:t>
            </a:r>
          </a:p>
          <a:p>
            <a:pPr algn="l"/>
            <a:r>
              <a:rPr lang="en-US" sz="1500" dirty="0">
                <a:solidFill>
                  <a:schemeClr val="tx1"/>
                </a:solidFill>
                <a:latin typeface="Times New Roman" panose="02020603050405020304" pitchFamily="18" charset="0"/>
                <a:cs typeface="Times New Roman" panose="02020603050405020304" pitchFamily="18" charset="0"/>
              </a:rPr>
              <a:t>Identification of Real World Problems</a:t>
            </a:r>
          </a:p>
          <a:p>
            <a:pPr algn="l"/>
            <a:r>
              <a:rPr lang="en-US" sz="1500" dirty="0">
                <a:solidFill>
                  <a:schemeClr val="tx1"/>
                </a:solidFill>
                <a:latin typeface="Times New Roman" panose="02020603050405020304" pitchFamily="18" charset="0"/>
                <a:cs typeface="Times New Roman" panose="02020603050405020304" pitchFamily="18" charset="0"/>
                <a:sym typeface="+mn-ea"/>
              </a:rPr>
              <a:t>Academic Benefits</a:t>
            </a:r>
            <a:endParaRPr lang="en-US" sz="1500" dirty="0">
              <a:solidFill>
                <a:schemeClr val="tx1"/>
              </a:solidFill>
              <a:latin typeface="Times New Roman" panose="02020603050405020304" pitchFamily="18" charset="0"/>
              <a:cs typeface="Times New Roman" panose="02020603050405020304" pitchFamily="18" charset="0"/>
            </a:endParaRPr>
          </a:p>
        </p:txBody>
      </p:sp>
      <p:sp>
        <p:nvSpPr>
          <p:cNvPr id="10" name="Rounded Rectangle 9"/>
          <p:cNvSpPr/>
          <p:nvPr>
            <p:custDataLst>
              <p:tags r:id="rId5"/>
            </p:custDataLst>
          </p:nvPr>
        </p:nvSpPr>
        <p:spPr>
          <a:xfrm>
            <a:off x="5985552" y="4155857"/>
            <a:ext cx="2488406" cy="1483519"/>
          </a:xfrm>
          <a:prstGeom prst="roundRect">
            <a:avLst/>
          </a:prstGeom>
          <a:noFill/>
          <a:ln w="3810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en-US" sz="1500" dirty="0">
                <a:solidFill>
                  <a:schemeClr val="tx1"/>
                </a:solidFill>
                <a:latin typeface="Times New Roman" panose="02020603050405020304" pitchFamily="18" charset="0"/>
                <a:cs typeface="Times New Roman" panose="02020603050405020304" pitchFamily="18" charset="0"/>
              </a:rPr>
              <a:t>Social Media Presence of Schools</a:t>
            </a:r>
          </a:p>
          <a:p>
            <a:pPr algn="l"/>
            <a:r>
              <a:rPr lang="en-US" sz="1500" dirty="0">
                <a:solidFill>
                  <a:schemeClr val="tx1"/>
                </a:solidFill>
                <a:latin typeface="Times New Roman" panose="02020603050405020304" pitchFamily="18" charset="0"/>
                <a:cs typeface="Times New Roman" panose="02020603050405020304" pitchFamily="18" charset="0"/>
              </a:rPr>
              <a:t>Social Media Campaigns</a:t>
            </a:r>
          </a:p>
          <a:p>
            <a:pPr algn="l"/>
            <a:r>
              <a:rPr lang="en-US" sz="1500" dirty="0">
                <a:solidFill>
                  <a:schemeClr val="tx1"/>
                </a:solidFill>
                <a:latin typeface="Times New Roman" panose="02020603050405020304" pitchFamily="18" charset="0"/>
                <a:cs typeface="Times New Roman" panose="02020603050405020304" pitchFamily="18" charset="0"/>
              </a:rPr>
              <a:t>Self Promotion</a:t>
            </a:r>
          </a:p>
          <a:p>
            <a:pPr algn="l"/>
            <a:r>
              <a:rPr lang="en-US" sz="1500" dirty="0">
                <a:solidFill>
                  <a:schemeClr val="tx1"/>
                </a:solidFill>
                <a:latin typeface="Times New Roman" panose="02020603050405020304" pitchFamily="18" charset="0"/>
                <a:cs typeface="Times New Roman" panose="02020603050405020304" pitchFamily="18" charset="0"/>
                <a:sym typeface="+mn-ea"/>
              </a:rPr>
              <a:t>Academic Benefits</a:t>
            </a:r>
            <a:endParaRPr lang="en-US" sz="1500" dirty="0">
              <a:solidFill>
                <a:schemeClr val="tx1"/>
              </a:solidFill>
              <a:latin typeface="Times New Roman" panose="02020603050405020304" pitchFamily="18" charset="0"/>
              <a:cs typeface="Times New Roman" panose="02020603050405020304" pitchFamily="18" charset="0"/>
            </a:endParaRPr>
          </a:p>
        </p:txBody>
      </p:sp>
      <p:sp>
        <p:nvSpPr>
          <p:cNvPr id="6" name="Title 1"/>
          <p:cNvSpPr>
            <a:spLocks noGrp="1"/>
          </p:cNvSpPr>
          <p:nvPr>
            <p:ph type="title"/>
          </p:nvPr>
        </p:nvSpPr>
        <p:spPr>
          <a:xfrm>
            <a:off x="541021" y="977543"/>
            <a:ext cx="7886700" cy="651509"/>
          </a:xfrm>
        </p:spPr>
        <p:txBody>
          <a:bodyPr>
            <a:normAutofit fontScale="90000"/>
          </a:bodyPr>
          <a:lstStyle/>
          <a:p>
            <a:pPr algn="ctr"/>
            <a:r>
              <a:rPr lang="en-US" sz="2700" b="1" u="sng" dirty="0">
                <a:latin typeface="Bahnschrift" panose="020B0502040204020203" pitchFamily="34" charset="0"/>
                <a:cs typeface="Times New Roman" panose="02020603050405020304" pitchFamily="18" charset="0"/>
              </a:rPr>
              <a:t>Pillar IV: Students in  Decision Making</a:t>
            </a:r>
            <a:br>
              <a:rPr lang="en-US" sz="2700" b="1" u="sng" dirty="0">
                <a:latin typeface="Bahnschrift" panose="020B0502040204020203" pitchFamily="34" charset="0"/>
                <a:cs typeface="Times New Roman" panose="02020603050405020304" pitchFamily="18" charset="0"/>
              </a:rPr>
            </a:br>
            <a:r>
              <a:rPr lang="en-US" altLang="en-IN" sz="1800" b="1" dirty="0">
                <a:latin typeface="Bahnschrift" panose="020B0502040204020203" pitchFamily="34" charset="0"/>
                <a:ea typeface="Times New Roman" panose="02020603050405020304" pitchFamily="18" charset="0"/>
              </a:rPr>
              <a:t>A platform to bring the Change</a:t>
            </a:r>
            <a:endParaRPr lang="en-IN" sz="2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C7546-D973-9D46-92A3-CB3D6AEF58BC}"/>
              </a:ext>
            </a:extLst>
          </p:cNvPr>
          <p:cNvSpPr>
            <a:spLocks noGrp="1"/>
          </p:cNvSpPr>
          <p:nvPr>
            <p:ph type="title"/>
          </p:nvPr>
        </p:nvSpPr>
        <p:spPr>
          <a:xfrm>
            <a:off x="2589212" y="665964"/>
            <a:ext cx="3965575" cy="492443"/>
          </a:xfrm>
        </p:spPr>
        <p:txBody>
          <a:bodyPr/>
          <a:lstStyle/>
          <a:p>
            <a:r>
              <a:rPr lang="en-GB" b="1" u="sng" dirty="0"/>
              <a:t>Zero Lecture Feedback</a:t>
            </a:r>
            <a:r>
              <a:rPr lang="en-IN" dirty="0"/>
              <a:t> </a:t>
            </a:r>
            <a:endParaRPr lang="en-US" dirty="0"/>
          </a:p>
        </p:txBody>
      </p:sp>
      <p:pic>
        <p:nvPicPr>
          <p:cNvPr id="7" name="Picture 6">
            <a:extLst>
              <a:ext uri="{FF2B5EF4-FFF2-40B4-BE49-F238E27FC236}">
                <a16:creationId xmlns:a16="http://schemas.microsoft.com/office/drawing/2014/main" id="{4B674B3F-F712-D262-86E6-A16A0B90240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47637" y="1957007"/>
            <a:ext cx="3648726" cy="33670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828E63E5-D67B-0DD7-3A73-00AE6AD0E3B2}"/>
              </a:ext>
            </a:extLst>
          </p:cNvPr>
          <p:cNvSpPr txBox="1"/>
          <p:nvPr/>
        </p:nvSpPr>
        <p:spPr>
          <a:xfrm>
            <a:off x="1318187" y="5435718"/>
            <a:ext cx="6507623" cy="923330"/>
          </a:xfrm>
          <a:prstGeom prst="rect">
            <a:avLst/>
          </a:prstGeom>
          <a:noFill/>
        </p:spPr>
        <p:txBody>
          <a:bodyPr wrap="square">
            <a:spAutoFit/>
          </a:bodyPr>
          <a:lstStyle/>
          <a:p>
            <a:pPr algn="ctr">
              <a:spcAft>
                <a:spcPts val="600"/>
              </a:spcAft>
              <a:buNone/>
            </a:pPr>
            <a:r>
              <a:rPr lang="en-GB" sz="1800" b="1" dirty="0">
                <a:effectLst/>
                <a:latin typeface="Times New Roman" panose="02020603050405020304" pitchFamily="18" charset="0"/>
                <a:ea typeface="Calibri" panose="020F0502020204030204" pitchFamily="34" charset="0"/>
                <a:cs typeface="Times New Roman" panose="02020603050405020304" pitchFamily="18" charset="0"/>
              </a:rPr>
              <a:t>Or</a:t>
            </a:r>
            <a:br>
              <a:rPr lang="en-GB" sz="1800" b="1" dirty="0">
                <a:effectLst/>
                <a:latin typeface="Times New Roman" panose="02020603050405020304" pitchFamily="18" charset="0"/>
                <a:ea typeface="Calibri" panose="020F0502020204030204" pitchFamily="34" charset="0"/>
                <a:cs typeface="Times New Roman" panose="02020603050405020304" pitchFamily="18" charset="0"/>
              </a:rPr>
            </a:br>
            <a:r>
              <a:rPr lang="en-GB" sz="1800" b="1" dirty="0">
                <a:effectLst/>
                <a:latin typeface="Times New Roman" panose="02020603050405020304" pitchFamily="18" charset="0"/>
                <a:ea typeface="Calibri" panose="020F0502020204030204" pitchFamily="34" charset="0"/>
                <a:cs typeface="Times New Roman" panose="02020603050405020304" pitchFamily="18" charset="0"/>
              </a:rPr>
              <a:t>Visit URL:</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800" b="1"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https://forms.gle/pksSDrADkNLde4dBA</a:t>
            </a:r>
            <a:br>
              <a:rPr lang="en-GB" sz="1800" b="1" dirty="0">
                <a:effectLst/>
                <a:latin typeface="Times New Roman" panose="02020603050405020304" pitchFamily="18" charset="0"/>
                <a:ea typeface="Calibri" panose="020F0502020204030204" pitchFamily="34" charset="0"/>
                <a:cs typeface="Times New Roman" panose="02020603050405020304" pitchFamily="18" charset="0"/>
              </a:rPr>
            </a:br>
            <a:r>
              <a:rPr lang="en-GB" sz="1800" b="1" dirty="0">
                <a:effectLst/>
                <a:latin typeface="Times New Roman" panose="02020603050405020304" pitchFamily="18" charset="0"/>
                <a:ea typeface="Calibri" panose="020F0502020204030204" pitchFamily="34" charset="0"/>
                <a:cs typeface="Times New Roman" panose="02020603050405020304" pitchFamily="18" charset="0"/>
              </a:rPr>
              <a:t>Thank you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C0C4E7EB-7619-E570-BCFE-9557C3D9A055}"/>
              </a:ext>
            </a:extLst>
          </p:cNvPr>
          <p:cNvSpPr txBox="1"/>
          <p:nvPr/>
        </p:nvSpPr>
        <p:spPr>
          <a:xfrm>
            <a:off x="803306" y="1270095"/>
            <a:ext cx="8127050" cy="800219"/>
          </a:xfrm>
          <a:prstGeom prst="rect">
            <a:avLst/>
          </a:prstGeom>
          <a:noFill/>
        </p:spPr>
        <p:txBody>
          <a:bodyPr wrap="square">
            <a:spAutoFit/>
          </a:bodyPr>
          <a:lstStyle/>
          <a:p>
            <a:pPr algn="ctr"/>
            <a:r>
              <a:rPr lang="en-US" sz="1400" b="0" dirty="0">
                <a:effectLst/>
                <a:ea typeface="Calibri" panose="020F0502020204030204" pitchFamily="34" charset="0"/>
              </a:rPr>
              <a:t>Please refrain from including your name or registration number in your feedback.</a:t>
            </a:r>
            <a:r>
              <a:rPr lang="en-US" sz="1400" b="1" dirty="0">
                <a:effectLst/>
                <a:latin typeface="Times New Roman" panose="02020603050405020304" pitchFamily="18" charset="0"/>
                <a:ea typeface="Calibri" panose="020F0502020204030204" pitchFamily="34" charset="0"/>
              </a:rPr>
              <a:t> </a:t>
            </a:r>
            <a:r>
              <a:rPr lang="en-US" sz="1400" b="0" dirty="0">
                <a:effectLst/>
                <a:ea typeface="Calibri" panose="020F0502020204030204" pitchFamily="34" charset="0"/>
              </a:rPr>
              <a:t>Your honest and candid feedback are valued and appreciated. Kindly fill out the feedback separately for each subject</a:t>
            </a:r>
            <a:r>
              <a:rPr lang="en-US" sz="1400" b="1" dirty="0">
                <a:effectLst/>
                <a:ea typeface="Calibri" panose="020F0502020204030204" pitchFamily="34" charset="0"/>
              </a:rPr>
              <a:t>.</a:t>
            </a:r>
            <a:br>
              <a:rPr lang="en-US" sz="1200" b="1" dirty="0">
                <a:effectLst/>
                <a:latin typeface="Cambria" panose="02040503050406030204" pitchFamily="18"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13085016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994569" y="5078413"/>
            <a:ext cx="7154862" cy="11430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C00000"/>
              </a:buClr>
              <a:buSzPts val="3600"/>
              <a:buFont typeface="Calibri"/>
              <a:buNone/>
            </a:pPr>
            <a:r>
              <a:rPr lang="en-US" sz="3600" b="0" i="0" u="none" dirty="0">
                <a:solidFill>
                  <a:srgbClr val="C00000"/>
                </a:solidFill>
                <a:latin typeface="Times New Roman" panose="02020603050405020304" pitchFamily="18" charset="0"/>
                <a:ea typeface="Calibri"/>
                <a:cs typeface="Times New Roman" panose="02020603050405020304" pitchFamily="18" charset="0"/>
                <a:sym typeface="Calibri"/>
              </a:rPr>
              <a:t>Next Class: Basic Data Structures</a:t>
            </a:r>
            <a:endParaRPr dirty="0">
              <a:latin typeface="Times New Roman" panose="02020603050405020304" pitchFamily="18" charset="0"/>
              <a:cs typeface="Times New Roman" panose="02020603050405020304" pitchFamily="18" charset="0"/>
            </a:endParaRPr>
          </a:p>
        </p:txBody>
      </p:sp>
      <p:pic>
        <p:nvPicPr>
          <p:cNvPr id="148" name="Google Shape;148;p23"/>
          <p:cNvPicPr preferRelativeResize="0"/>
          <p:nvPr/>
        </p:nvPicPr>
        <p:blipFill rotWithShape="1">
          <a:blip r:embed="rId3">
            <a:alphaModFix/>
          </a:blip>
          <a:srcRect/>
          <a:stretch/>
        </p:blipFill>
        <p:spPr>
          <a:xfrm>
            <a:off x="1465098" y="1781176"/>
            <a:ext cx="1808162" cy="3297237"/>
          </a:xfrm>
          <a:prstGeom prst="rect">
            <a:avLst/>
          </a:prstGeom>
          <a:noFill/>
          <a:ln>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02.85,&quot;left&quot;:15.05,&quot;top&quot;:137.15,&quot;width&quot;:937.9}"/>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02.85,&quot;left&quot;:15.05,&quot;top&quot;:137.15,&quot;width&quot;:937.9}"/>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02.85,&quot;left&quot;:15.05,&quot;top&quot;:137.15,&quot;width&quot;:937.9}"/>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02.85,&quot;left&quot;:15.05,&quot;top&quot;:137.15,&quot;width&quot;:937.9}"/>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02.85,&quot;left&quot;:15.05,&quot;top&quot;:137.15,&quot;width&quot;:937.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997E2"/>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ecture1-7_23838_CSE202 Lecture zero gfg.pptx" id="{3A6F3978-4234-4001-A126-0E9575ECB730}" vid="{6FE351B5-5664-417B-9865-02ED65E2D8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0lecture template</Template>
  <TotalTime>2139</TotalTime>
  <Words>2016</Words>
  <Application>Microsoft Office PowerPoint</Application>
  <PresentationFormat>On-screen Show (4:3)</PresentationFormat>
  <Paragraphs>299</Paragraphs>
  <Slides>38</Slides>
  <Notes>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38</vt:i4>
      </vt:variant>
    </vt:vector>
  </HeadingPairs>
  <TitlesOfParts>
    <vt:vector size="50" baseType="lpstr">
      <vt:lpstr>Bahnschrift</vt:lpstr>
      <vt:lpstr>Times New Roman</vt:lpstr>
      <vt:lpstr>Arial Rounded</vt:lpstr>
      <vt:lpstr>Bahnschrift SemiCondensed</vt:lpstr>
      <vt:lpstr>Tahoma</vt:lpstr>
      <vt:lpstr>Calibri</vt:lpstr>
      <vt:lpstr>Cambria</vt:lpstr>
      <vt:lpstr>Wingdings</vt:lpstr>
      <vt:lpstr>Aptos</vt:lpstr>
      <vt:lpstr>Arial</vt:lpstr>
      <vt:lpstr>Bahnschrift SemiBold</vt:lpstr>
      <vt:lpstr>Office Theme</vt:lpstr>
      <vt:lpstr>Data Structures and Algorithms CSE 205  </vt:lpstr>
      <vt:lpstr>Course Details</vt:lpstr>
      <vt:lpstr>Course Outcomes</vt:lpstr>
      <vt:lpstr>Program Outcomes achieved from the course</vt:lpstr>
      <vt:lpstr>Program Outcomes achieved from the course</vt:lpstr>
      <vt:lpstr>Program Educational Objectives achieved from the course</vt:lpstr>
      <vt:lpstr>Syllabus – CSE205</vt:lpstr>
      <vt:lpstr>Tentative Course Assessment Model</vt:lpstr>
      <vt:lpstr>Practice Problems</vt:lpstr>
      <vt:lpstr>Daily Practice Problems </vt:lpstr>
      <vt:lpstr>Important information</vt:lpstr>
      <vt:lpstr>Why data structures?</vt:lpstr>
      <vt:lpstr>Skillset</vt:lpstr>
      <vt:lpstr>MOOCs</vt:lpstr>
      <vt:lpstr>Recognition of Prior Learning (RPL) for Object Oriented Programming (Under EduRev)</vt:lpstr>
      <vt:lpstr>How RPL is Applicable</vt:lpstr>
      <vt:lpstr>Interfaces and Contact Information</vt:lpstr>
      <vt:lpstr>Open Education Resources (OER)</vt:lpstr>
      <vt:lpstr>Open Education Resources (OER)</vt:lpstr>
      <vt:lpstr>Open Education Resources (OER)</vt:lpstr>
      <vt:lpstr>Text/Reference books</vt:lpstr>
      <vt:lpstr>PowerPoint Presentation</vt:lpstr>
      <vt:lpstr>Why EDU-Revolution!!!</vt:lpstr>
      <vt:lpstr>Education Revolution: an approach that encourages… </vt:lpstr>
      <vt:lpstr>PowerPoint Presentation</vt:lpstr>
      <vt:lpstr> Gamified Learning: Benefits </vt:lpstr>
      <vt:lpstr>Pillar II: Revenue Generation</vt:lpstr>
      <vt:lpstr>PowerPoint Presentation</vt:lpstr>
      <vt:lpstr>Where to View &amp; Select Nomination Choices for Courses that students are studying</vt:lpstr>
      <vt:lpstr> Applying for EDU-Revolution Initiatives </vt:lpstr>
      <vt:lpstr> Applying for EDU-Revolution Initiatives </vt:lpstr>
      <vt:lpstr>PowerPoint Presentation</vt:lpstr>
      <vt:lpstr>PowerPoint Presentation</vt:lpstr>
      <vt:lpstr>PowerPoint Presentation</vt:lpstr>
      <vt:lpstr>Pillar IV: Students in  Decision Making </vt:lpstr>
      <vt:lpstr>Pillar IV: Students in  Decision Making A platform to bring the Change</vt:lpstr>
      <vt:lpstr>Zero Lecture Feedback </vt:lpstr>
      <vt:lpstr>Next Class: Basic Data Structures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Navjot Kaur</cp:lastModifiedBy>
  <cp:revision>52</cp:revision>
  <dcterms:created xsi:type="dcterms:W3CDTF">2013-10-21T21:58:54Z</dcterms:created>
  <dcterms:modified xsi:type="dcterms:W3CDTF">2026-08-09T08:15:10Z</dcterms:modified>
</cp:coreProperties>
</file>